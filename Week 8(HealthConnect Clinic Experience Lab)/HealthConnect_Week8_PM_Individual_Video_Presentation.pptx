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49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037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D56DE-3B0B-4415-A552-52A83D8F2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6BE04E-1982-497C-86AE-448E11D39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DF3A-1F46-4652-A968-AA6A1CCD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4D18F-53AA-4344-8E61-4FFC27337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B2F7F-3841-42BD-AE2D-40690BF1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54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808E7-62FA-4804-956F-E6DDBDEE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546AD-F4D4-4041-A629-8B224B2D4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573AC-2F32-4831-B0E3-08FFF1721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24194-4A03-403F-9284-4629C4A1C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5C9C1-E72E-4CC2-A4AC-5AADAFF86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0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49FE-C64D-4407-95D0-262A0A658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E6926-317F-49AF-941D-EA76FD829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88FD1-71F2-4BD1-AB98-D72BAA803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64761-666C-4AD9-A9AD-2834AF8F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79773-5968-4A0F-8F5B-26116E602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37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73817-9A64-490B-AFF0-984C5E03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AAF14-38F2-47AD-954C-D62DE1AFF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22B9B-DE45-43C8-9498-A1EBEDD60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5B278-72F5-429D-8050-6B910D98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0886C-A0CF-46CC-B545-F725FD95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6C82B-2F00-4ED6-A130-1796A7EF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80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7FC24-F3B7-4799-AAC6-E0000FA7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F147C-972B-4F9E-8F19-743F66D38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02FF4-E890-448E-8030-6467192D8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DC110-2FC9-4878-BEA3-5250D5DB3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D79D73-773A-431A-9913-1FE422D6BE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C028A5-455F-427C-917A-D55E498D3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ACD8B-785F-4FDF-B305-3F78626D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30E81F-6EF6-4D6D-A37C-0B873F149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0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4CF12-6AEA-48FD-85DC-5D8C96BBA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B19B5-2B13-4530-B545-5CDD3F03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49A64-CFF3-4301-836E-6100CC58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3A399C-C40E-4C0D-B3C1-7FF56AA9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8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5B2D6A-FCC9-4A85-B9AC-BD14B269E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B157A-45A8-4BC9-AAC5-116E73207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0A1B7-38EF-4065-8B88-5907D5B56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9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868E-A0CC-4037-AB12-16BDFA4F5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8EA9B-FCE2-4C13-94D4-996BF11C2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6ADB9-DD7E-47A6-92D6-4E6882336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C4F7F-7B2C-4574-B4A7-FCA417896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8905B-0BC8-4793-99D5-0E092FAC1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535B4-CFB7-4FE0-8208-743F7D666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2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DD193-83D5-4D0C-A09C-F7142C229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B77AD-9C85-4A74-B99B-F0ED0DC9A7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60BFF-6F9F-4477-9594-27A6325AC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F384C-1DAB-4DDD-92E9-5272DBFB9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D00B6-FA91-4BC3-A931-95C448040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A967E-1A38-4E4D-AE62-72D46E7AB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39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6E997-E5AA-4F6F-828F-EA757714A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3EA717-23B0-4236-9ADC-C3A4B0EB7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200E5-7FE3-4586-A97B-6F9AC7C4B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2EC7C-2AB6-401F-886A-8E268B8BC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2C859-48E1-4331-B29A-73C858EAF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74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0BD2BE-8126-4A51-8CB2-E4C11BA06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B0959-4ADD-4EBB-8EB7-44973EE4D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FDE99-016D-4245-A38E-7DA4590D4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9168C-DC72-4586-9D51-2C728EED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04D9F-A475-4F57-A2CB-F6BC20FA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9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EC35C0-95CA-4E4C-A0D6-D1EE84A68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F169C-0311-405F-839A-9842B9FDF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4FA56-0D01-443A-B69A-04559D5C3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452E1-9730-4036-9FEE-106253C3C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37846-8ED8-42D1-9E25-877341469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3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8473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D"/>
                </a:solidFill>
                <a:latin typeface="Aptos Display"/>
              </a:defRPr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44200" cy="4251960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752071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dirty="0" err="1">
                <a:latin typeface="Cambria" panose="02040503050406030204" pitchFamily="18" charset="0"/>
                <a:ea typeface="Cambria" panose="02040503050406030204" pitchFamily="18" charset="0"/>
              </a:rPr>
              <a:t>HealthConnect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 Clinic Experience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34640"/>
            <a:ext cx="101498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Improving Patient Appointment Attendance and Healthcare Support Using Data and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297680"/>
            <a:ext cx="4330224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DCE6F0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Week 8 Final Integration &amp; Project Showcase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Project Management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19088"/>
            <a:ext cx="323999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HealthConnect Clinic Experience Lab • Project Management Track</a:t>
            </a: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89B53B55-F254-415F-BCA4-976BB21281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71"/>
    </mc:Choice>
    <mc:Fallback>
      <p:transition spd="slow" advTm="14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615162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D"/>
                </a:solidFill>
                <a:latin typeface="Aptos Display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My Project Management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7492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962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2621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Project Charter &amp;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074920" cy="1051560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1490472"/>
            <a:ext cx="3962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265226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Stakeholder Register &amp; WBS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507492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862072"/>
            <a:ext cx="3962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24071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Timeline &amp; Task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5074920" cy="1051560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2862072"/>
            <a:ext cx="3962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30620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Risk &amp; Dependency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507492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233672"/>
            <a:ext cx="3962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32262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Integration &amp; Testing Coordination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14800"/>
            <a:ext cx="5074920" cy="1051560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4233672"/>
            <a:ext cx="3962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32346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Decision &amp; Readiness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19088"/>
            <a:ext cx="323999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HealthConnect Clinic Experience Lab • Project Management Track</a:t>
            </a:r>
          </a:p>
        </p:txBody>
      </p:sp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65E49416-BEC5-4A9C-B1CB-CBF97A60F2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5141"/>
    </mc:Choice>
    <mc:Fallback>
      <p:transition spd="slow" advTm="1051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8490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D"/>
                </a:solidFill>
                <a:latin typeface="Aptos Display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How the Project Progressed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65960" cy="2235441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2" y="2211662"/>
            <a:ext cx="7873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eek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2" y="2620211"/>
            <a:ext cx="17830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Problem Understanding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&amp; Planning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828800"/>
            <a:ext cx="1965960" cy="2264302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53225" y="2203322"/>
            <a:ext cx="7873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eek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225" y="2633090"/>
            <a:ext cx="153638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Analysis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&amp; Development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1828800"/>
            <a:ext cx="1965960" cy="2264302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49240" y="2203322"/>
            <a:ext cx="7873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eek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633090"/>
            <a:ext cx="12610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Integration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&amp;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828800"/>
            <a:ext cx="1965960" cy="2264302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80959" y="2203322"/>
            <a:ext cx="7873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eek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2633090"/>
            <a:ext cx="138159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Testing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&amp; Refinement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1828800"/>
            <a:ext cx="1965960" cy="2264302"/>
          </a:xfrm>
          <a:prstGeom prst="roundRect">
            <a:avLst/>
          </a:prstGeom>
          <a:solidFill>
            <a:srgbClr val="FAF2E1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12680" y="2203322"/>
            <a:ext cx="7873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57A23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eek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633090"/>
            <a:ext cx="164929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Final Integration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&amp;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323999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HealthConnect Clinic Experience Lab • Project Management Track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C7525F3-82BC-439F-A947-30D2A3675084}"/>
              </a:ext>
            </a:extLst>
          </p:cNvPr>
          <p:cNvSpPr/>
          <p:nvPr/>
        </p:nvSpPr>
        <p:spPr>
          <a:xfrm>
            <a:off x="502920" y="4438764"/>
            <a:ext cx="11292840" cy="1746982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F2AD4DFA-F3FF-4724-8D0C-92FFE8AAD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458"/>
    </mc:Choice>
    <mc:Fallback>
      <p:transition spd="slow" advTm="514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mute="1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34221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D"/>
                </a:solidFill>
                <a:latin typeface="Aptos Display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Cross-Track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91840" cy="3566160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21347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COMPONENT RECEIVED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20104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No-Show Rate by Previous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9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No-Show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29184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720" y="1536192"/>
            <a:ext cx="21464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UNDERLYING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65960"/>
            <a:ext cx="310896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5,000 appointments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2,423 no-shows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Underlying counts + calculated rates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291840" cy="3566160"/>
          </a:xfrm>
          <a:prstGeom prst="roundRect">
            <a:avLst/>
          </a:prstGeom>
          <a:solidFill>
            <a:srgbClr val="E7F3E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66759" y="1536192"/>
            <a:ext cx="127836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7853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TEST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1965960"/>
            <a:ext cx="784189" cy="1400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02832"/>
                </a:solidFill>
                <a:latin typeface="Aptos"/>
              </a:defRPr>
            </a:pPr>
            <a:r>
              <a:rPr sz="1700" dirty="0">
                <a:latin typeface="Cambria" panose="02040503050406030204" pitchFamily="18" charset="0"/>
                <a:ea typeface="Cambria" panose="02040503050406030204" pitchFamily="18" charset="0"/>
              </a:rPr>
              <a:t>PASS</a:t>
            </a:r>
            <a:br>
              <a:rPr sz="17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sz="17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sz="1700" dirty="0">
                <a:latin typeface="Cambria" panose="02040503050406030204" pitchFamily="18" charset="0"/>
                <a:ea typeface="Cambria" panose="02040503050406030204" pitchFamily="18" charset="0"/>
              </a:rPr>
              <a:t>43.5%</a:t>
            </a:r>
            <a:br>
              <a:rPr sz="17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sz="1700" dirty="0">
                <a:latin typeface="Cambria" panose="02040503050406030204" pitchFamily="18" charset="0"/>
                <a:ea typeface="Cambria" panose="02040503050406030204" pitchFamily="18" charset="0"/>
              </a:rPr>
              <a:t>54.8%</a:t>
            </a:r>
            <a:br>
              <a:rPr sz="17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sz="1700" dirty="0">
                <a:latin typeface="Cambria" panose="02040503050406030204" pitchFamily="18" charset="0"/>
                <a:ea typeface="Cambria" panose="02040503050406030204" pitchFamily="18" charset="0"/>
              </a:rPr>
              <a:t>68.8%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19088"/>
            <a:ext cx="323999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HealthConnect Clinic Experience Lab • Project Management Track</a:t>
            </a:r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2249D118-7BA7-4D89-9E5B-47A6733656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984"/>
    </mc:Choice>
    <mc:Fallback>
      <p:transition spd="slow" advTm="1019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710617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D"/>
                </a:solidFill>
                <a:latin typeface="Aptos Display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What Changed Because of the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83280" cy="2651116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59" y="1627631"/>
            <a:ext cx="8495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8" y="2057400"/>
            <a:ext cx="32004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Analytical finding existed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Previous no-show history was associated with different no-show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2651116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1627631"/>
            <a:ext cx="90864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200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Underlying counts reviewed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Rates verified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Result: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08760"/>
            <a:ext cx="3383280" cy="2651116"/>
          </a:xfrm>
          <a:prstGeom prst="roundRect">
            <a:avLst/>
          </a:prstGeom>
          <a:solidFill>
            <a:srgbClr val="E7F3E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1627631"/>
            <a:ext cx="73930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7853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57400"/>
            <a:ext cx="32308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Validated result documented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Added to PM testing records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Used in readiness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19088"/>
            <a:ext cx="323999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HealthConnect Clinic Experience Lab • Project Management Track</a:t>
            </a: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442BF257-D7D1-4915-9B37-A5B007D89971}"/>
              </a:ext>
            </a:extLst>
          </p:cNvPr>
          <p:cNvSpPr/>
          <p:nvPr/>
        </p:nvSpPr>
        <p:spPr>
          <a:xfrm>
            <a:off x="640080" y="4417454"/>
            <a:ext cx="10911840" cy="1635230"/>
          </a:xfrm>
          <a:prstGeom prst="round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6DAEF707-7E71-4ACA-9E59-5C459AB5B7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148"/>
    </mc:Choice>
    <mc:Fallback>
      <p:transition spd="slow" advTm="831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60079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D"/>
                </a:solidFill>
                <a:latin typeface="Aptos Display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Testing &amp; Refinement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52044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7547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1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22448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No-Show Rate by Previous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4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No-Show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52044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720" y="1490472"/>
            <a:ext cx="120725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2 EXPECTED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0072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43.5% / 54.8% / 68.8%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71600"/>
            <a:ext cx="352044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58200" y="1490472"/>
            <a:ext cx="9906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3 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20240"/>
            <a:ext cx="20072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43.5% / 54.8% / 68.8%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29000"/>
            <a:ext cx="3520440" cy="1645920"/>
          </a:xfrm>
          <a:prstGeom prst="roundRect">
            <a:avLst/>
          </a:prstGeom>
          <a:solidFill>
            <a:srgbClr val="E7F3E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547872"/>
            <a:ext cx="95994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7853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4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77639"/>
            <a:ext cx="5638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PASS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429000"/>
            <a:ext cx="352044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17720" y="3547872"/>
            <a:ext cx="97116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5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977639"/>
            <a:ext cx="27873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No corrective calculation required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429000"/>
            <a:ext cx="3520440" cy="1645920"/>
          </a:xfrm>
          <a:prstGeom prst="roundRect">
            <a:avLst/>
          </a:prstGeom>
          <a:solidFill>
            <a:srgbClr val="E7F3E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58200" y="3547872"/>
            <a:ext cx="9775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7853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6 RETEST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977639"/>
            <a:ext cx="23236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Output remained consistent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19088"/>
            <a:ext cx="323999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HealthConnect Clinic Experience Lab • Project Management Track</a:t>
            </a:r>
          </a:p>
        </p:txBody>
      </p:sp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1AD9FBF3-BAB6-4EB4-9E27-2612C183C9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4478"/>
    </mc:Choice>
    <mc:Fallback>
      <p:transition spd="slow" advTm="1044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8151" x="3509963" y="6215063"/>
          <p14:tracePt t="18739" x="2378075" y="6619875"/>
          <p14:tracePt t="18746" x="2303463" y="6294438"/>
          <p14:tracePt t="18756" x="2190750" y="5856288"/>
          <p14:tracePt t="18762" x="2052638" y="5343525"/>
          <p14:tracePt t="18770" x="1914525" y="4868863"/>
          <p14:tracePt t="18777" x="1765300" y="4454525"/>
          <p14:tracePt t="18786" x="1652588" y="4141788"/>
          <p14:tracePt t="18793" x="1565275" y="3954463"/>
          <p14:tracePt t="18803" x="1514475" y="3803650"/>
          <p14:tracePt t="18809" x="1439863" y="3667125"/>
          <p14:tracePt t="18817" x="1401763" y="3554413"/>
          <p14:tracePt t="18825" x="1376363" y="3467100"/>
          <p14:tracePt t="18834" x="1363663" y="3403600"/>
          <p14:tracePt t="18841" x="1352550" y="3341688"/>
          <p14:tracePt t="18849" x="1339850" y="3290888"/>
          <p14:tracePt t="18857" x="1327150" y="3254375"/>
          <p14:tracePt t="18865" x="1314450" y="3228975"/>
          <p14:tracePt t="18873" x="1314450" y="3216275"/>
          <p14:tracePt t="18881" x="1314450" y="3203575"/>
          <p14:tracePt t="18915" x="1314450" y="3178175"/>
          <p14:tracePt t="18923" x="1314450" y="3165475"/>
          <p14:tracePt t="18931" x="1314450" y="3154363"/>
          <p14:tracePt t="18939" x="1314450" y="3141663"/>
          <p14:tracePt t="18948" x="1314450" y="3128963"/>
          <p14:tracePt t="18955" x="1314450" y="3116263"/>
          <p14:tracePt t="18963" x="1314450" y="3103563"/>
          <p14:tracePt t="18973" x="1314450" y="3065463"/>
          <p14:tracePt t="18981" x="1314450" y="3028950"/>
          <p14:tracePt t="18989" x="1314450" y="2978150"/>
          <p14:tracePt t="18997" x="1314450" y="2941638"/>
          <p14:tracePt t="19005" x="1314450" y="2916238"/>
          <p14:tracePt t="19013" x="1314450" y="2890838"/>
          <p14:tracePt t="19021" x="1301750" y="2852738"/>
          <p14:tracePt t="19029" x="1301750" y="2840038"/>
          <p14:tracePt t="19037" x="1289050" y="2828925"/>
          <p14:tracePt t="19045" x="1276350" y="2803525"/>
          <p14:tracePt t="19053" x="1252538" y="2765425"/>
          <p14:tracePt t="19061" x="1239838" y="2752725"/>
          <p14:tracePt t="19069" x="1239838" y="2740025"/>
          <p14:tracePt t="19077" x="1227138" y="2740025"/>
          <p14:tracePt t="19086" x="1227138" y="2728913"/>
          <p14:tracePt t="19093" x="1227138" y="2716213"/>
          <p14:tracePt t="19102" x="1227138" y="2703513"/>
          <p14:tracePt t="19119" x="1214438" y="2690813"/>
          <p14:tracePt t="19125" x="1214438" y="2678113"/>
          <p14:tracePt t="19133" x="1201738" y="2665413"/>
          <p14:tracePt t="19141" x="1201738" y="2640013"/>
          <p14:tracePt t="19149" x="1201738" y="2627313"/>
          <p14:tracePt t="19157" x="1189038" y="2616200"/>
          <p14:tracePt t="19165" x="1176338" y="2590800"/>
          <p14:tracePt t="19173" x="1176338" y="2565400"/>
          <p14:tracePt t="19189" x="1176338" y="2552700"/>
          <p14:tracePt t="20427" x="1176338" y="2516188"/>
          <p14:tracePt t="20435" x="1189038" y="2452688"/>
          <p14:tracePt t="20444" x="1189038" y="2378075"/>
          <p14:tracePt t="20450" x="1201738" y="2339975"/>
          <p14:tracePt t="20458" x="1214438" y="2314575"/>
          <p14:tracePt t="20466" x="1214438" y="2303463"/>
          <p14:tracePt t="20476" x="1227138" y="2290763"/>
          <p14:tracePt t="20482" x="1227138" y="2265363"/>
          <p14:tracePt t="20490" x="1239838" y="2239963"/>
          <p14:tracePt t="20498" x="1263650" y="2214563"/>
          <p14:tracePt t="20505" x="1263650" y="2201863"/>
          <p14:tracePt t="20513" x="1276350" y="2201863"/>
          <p14:tracePt t="20669" x="1289050" y="2201863"/>
          <p14:tracePt t="20677" x="1301750" y="2201863"/>
          <p14:tracePt t="20685" x="1327150" y="2201863"/>
          <p14:tracePt t="20694" x="1352550" y="2201863"/>
          <p14:tracePt t="20700" x="1376363" y="2201863"/>
          <p14:tracePt t="20709" x="1414463" y="2201863"/>
          <p14:tracePt t="20716" x="1439863" y="2201863"/>
          <p14:tracePt t="20725" x="1465263" y="2214563"/>
          <p14:tracePt t="20732" x="1489075" y="2214563"/>
          <p14:tracePt t="20741" x="1527175" y="2227263"/>
          <p14:tracePt t="20748" x="1539875" y="2227263"/>
          <p14:tracePt t="20756" x="1565275" y="2239963"/>
          <p14:tracePt t="20764" x="1577975" y="2239963"/>
          <p14:tracePt t="20772" x="1601788" y="2239963"/>
          <p14:tracePt t="20781" x="1614488" y="2239963"/>
          <p14:tracePt t="20788" x="1627188" y="2239963"/>
          <p14:tracePt t="20796" x="1652588" y="2239963"/>
          <p14:tracePt t="20807" x="1677988" y="2239963"/>
          <p14:tracePt t="20812" x="1701800" y="2239963"/>
          <p14:tracePt t="20823" x="1727200" y="2239963"/>
          <p14:tracePt t="20829" x="1752600" y="2239963"/>
          <p14:tracePt t="20840" x="1778000" y="2239963"/>
          <p14:tracePt t="20844" x="1801813" y="2239963"/>
          <p14:tracePt t="20856" x="1839913" y="2239963"/>
          <p14:tracePt t="20860" x="1852613" y="2239963"/>
          <p14:tracePt t="20869" x="1865313" y="2239963"/>
          <p14:tracePt t="20893" x="1890713" y="2239963"/>
          <p14:tracePt t="20901" x="1903413" y="2239963"/>
          <p14:tracePt t="20908" x="1914525" y="2239963"/>
          <p14:tracePt t="20917" x="1927225" y="2239963"/>
          <p14:tracePt t="20925" x="1952625" y="2239963"/>
          <p14:tracePt t="20932" x="1965325" y="2239963"/>
          <p14:tracePt t="20940" x="1990725" y="2239963"/>
          <p14:tracePt t="20948" x="2027238" y="2239963"/>
          <p14:tracePt t="20956" x="2052638" y="2239963"/>
          <p14:tracePt t="20965" x="2078038" y="2239963"/>
          <p14:tracePt t="20972" x="2103438" y="2239963"/>
          <p14:tracePt t="20980" x="2127250" y="2239963"/>
          <p14:tracePt t="20988" x="2178050" y="2239963"/>
          <p14:tracePt t="20996" x="2228850" y="2239963"/>
          <p14:tracePt t="21007" x="2278063" y="2239963"/>
          <p14:tracePt t="21012" x="2352675" y="2239963"/>
          <p14:tracePt t="21023" x="2403475" y="2239963"/>
          <p14:tracePt t="21028" x="2465388" y="2239963"/>
          <p14:tracePt t="21039" x="2503488" y="2239963"/>
          <p14:tracePt t="21045" x="2541588" y="2239963"/>
          <p14:tracePt t="21053" x="2565400" y="2239963"/>
          <p14:tracePt t="21060" x="2590800" y="2239963"/>
          <p14:tracePt t="21069" x="2603500" y="2239963"/>
          <p14:tracePt t="21076" x="2616200" y="2239963"/>
          <p14:tracePt t="21085" x="2628900" y="2239963"/>
          <p14:tracePt t="21092" x="2641600" y="2239963"/>
          <p14:tracePt t="21101" x="2654300" y="2239963"/>
          <p14:tracePt t="21153" x="2667000" y="2239963"/>
          <p14:tracePt t="21160" x="2690813" y="2239963"/>
          <p14:tracePt t="21169" x="2716213" y="2227263"/>
          <p14:tracePt t="21177" x="2728913" y="2214563"/>
          <p14:tracePt t="21185" x="2754313" y="2214563"/>
          <p14:tracePt t="21194" x="2767013" y="2214563"/>
          <p14:tracePt t="21207" x="2778125" y="2214563"/>
          <p14:tracePt t="21295" x="2790825" y="2214563"/>
          <p14:tracePt t="21321" x="2803525" y="2214563"/>
          <p14:tracePt t="21337" x="2803525" y="2201863"/>
          <p14:tracePt t="21387" x="2816225" y="2201863"/>
          <p14:tracePt t="21411" x="2828925" y="2190750"/>
          <p14:tracePt t="21601" x="2816225" y="2190750"/>
          <p14:tracePt t="21609" x="2790825" y="2201863"/>
          <p14:tracePt t="21617" x="2778125" y="2201863"/>
          <p14:tracePt t="21625" x="2754313" y="2214563"/>
          <p14:tracePt t="21633" x="2703513" y="2214563"/>
          <p14:tracePt t="21642" x="2641600" y="2227263"/>
          <p14:tracePt t="21649" x="2554288" y="2227263"/>
          <p14:tracePt t="21657" x="2465388" y="2239963"/>
          <p14:tracePt t="21665" x="2378075" y="2239963"/>
          <p14:tracePt t="21673" x="2303463" y="2239963"/>
          <p14:tracePt t="21681" x="2228850" y="2239963"/>
          <p14:tracePt t="21689" x="2165350" y="2239963"/>
          <p14:tracePt t="21697" x="2116138" y="2239963"/>
          <p14:tracePt t="21705" x="2078038" y="2239963"/>
          <p14:tracePt t="21713" x="2039938" y="2239963"/>
          <p14:tracePt t="21721" x="2027238" y="2239963"/>
          <p14:tracePt t="21729" x="2014538" y="2239963"/>
          <p14:tracePt t="21738" x="2003425" y="2239963"/>
          <p14:tracePt t="21746" x="1990725" y="2239963"/>
          <p14:tracePt t="21755" x="1978025" y="2239963"/>
          <p14:tracePt t="21762" x="1952625" y="2239963"/>
          <p14:tracePt t="21771" x="1927225" y="2239963"/>
          <p14:tracePt t="21778" x="1903413" y="2239963"/>
          <p14:tracePt t="21789" x="1878013" y="2239963"/>
          <p14:tracePt t="21794" x="1852613" y="2239963"/>
          <p14:tracePt t="21805" x="1827213" y="2239963"/>
          <p14:tracePt t="21811" x="1801813" y="2239963"/>
          <p14:tracePt t="21818" x="1778000" y="2239963"/>
          <p14:tracePt t="21826" x="1752600" y="2239963"/>
          <p14:tracePt t="21835" x="1739900" y="2239963"/>
          <p14:tracePt t="21850" x="1714500" y="2239963"/>
          <p14:tracePt t="21859" x="1689100" y="2239963"/>
          <p14:tracePt t="21866" x="1652588" y="2239963"/>
          <p14:tracePt t="21874" x="1627188" y="2239963"/>
          <p14:tracePt t="21882" x="1601788" y="2239963"/>
          <p14:tracePt t="21890" x="1577975" y="2239963"/>
          <p14:tracePt t="21898" x="1552575" y="2239963"/>
          <p14:tracePt t="21906" x="1527175" y="2239963"/>
          <p14:tracePt t="21923" x="1514475" y="2239963"/>
          <p14:tracePt t="21966" x="1489075" y="2239963"/>
          <p14:tracePt t="21974" x="1465263" y="2239963"/>
          <p14:tracePt t="21982" x="1452563" y="2239963"/>
          <p14:tracePt t="21990" x="1427163" y="2239963"/>
          <p14:tracePt t="21998" x="1401763" y="2239963"/>
          <p14:tracePt t="22006" x="1376363" y="2239963"/>
          <p14:tracePt t="22022" x="1363663" y="2239963"/>
          <p14:tracePt t="22110" x="1389063" y="2239963"/>
          <p14:tracePt t="22120" x="1452563" y="2227263"/>
          <p14:tracePt t="22128" x="1514475" y="2201863"/>
          <p14:tracePt t="22137" x="1589088" y="2190750"/>
          <p14:tracePt t="22144" x="1639888" y="2178050"/>
          <p14:tracePt t="22155" x="1701800" y="2165350"/>
          <p14:tracePt t="22160" x="1739900" y="2165350"/>
          <p14:tracePt t="22167" x="1765300" y="2165350"/>
          <p14:tracePt t="22184" x="1778000" y="2165350"/>
          <p14:tracePt t="22600" x="1765300" y="2165350"/>
          <p14:tracePt t="22608" x="1752600" y="2178050"/>
          <p14:tracePt t="22616" x="1714500" y="2201863"/>
          <p14:tracePt t="22623" x="1701800" y="2201863"/>
          <p14:tracePt t="22632" x="1701800" y="2214563"/>
          <p14:tracePt t="22641" x="1677988" y="2214563"/>
          <p14:tracePt t="22648" x="1677988" y="2227263"/>
          <p14:tracePt t="22656" x="1652588" y="2227263"/>
          <p14:tracePt t="22664" x="1627188" y="2239963"/>
          <p14:tracePt t="22673" x="1589088" y="2252663"/>
          <p14:tracePt t="22680" x="1565275" y="2252663"/>
          <p14:tracePt t="22696" x="1552575" y="2252663"/>
          <p14:tracePt t="22849" x="1577975" y="2252663"/>
          <p14:tracePt t="22856" x="1601788" y="2252663"/>
          <p14:tracePt t="22864" x="1639888" y="2252663"/>
          <p14:tracePt t="22873" x="1677988" y="2252663"/>
          <p14:tracePt t="22888" x="1778000" y="2252663"/>
          <p14:tracePt t="22896" x="1827213" y="2252663"/>
          <p14:tracePt t="22904" x="1878013" y="2252663"/>
          <p14:tracePt t="22911" x="1914525" y="2252663"/>
          <p14:tracePt t="22919" x="1952625" y="2252663"/>
          <p14:tracePt t="22927" x="1978025" y="2252663"/>
          <p14:tracePt t="22936" x="1990725" y="2252663"/>
          <p14:tracePt t="23106" x="2014538" y="2252663"/>
          <p14:tracePt t="23114" x="2039938" y="2265363"/>
          <p14:tracePt t="23123" x="2078038" y="2265363"/>
          <p14:tracePt t="23132" x="2127250" y="2265363"/>
          <p14:tracePt t="23140" x="2165350" y="2265363"/>
          <p14:tracePt t="23147" x="2203450" y="2265363"/>
          <p14:tracePt t="23155" x="2239963" y="2265363"/>
          <p14:tracePt t="23163" x="2278063" y="2265363"/>
          <p14:tracePt t="23171" x="2303463" y="2265363"/>
          <p14:tracePt t="23179" x="2316163" y="2265363"/>
          <p14:tracePt t="23187" x="2328863" y="2265363"/>
          <p14:tracePt t="23405" x="2339975" y="2265363"/>
          <p14:tracePt t="23413" x="2352675" y="2265363"/>
          <p14:tracePt t="23420" x="2365375" y="2265363"/>
          <p14:tracePt t="23428" x="2378075" y="2265363"/>
          <p14:tracePt t="23440" x="2416175" y="2265363"/>
          <p14:tracePt t="23444" x="2441575" y="2265363"/>
          <p14:tracePt t="23456" x="2452688" y="2265363"/>
          <p14:tracePt t="23460" x="2465388" y="2265363"/>
          <p14:tracePt t="23469" x="2490788" y="2278063"/>
          <p14:tracePt t="23477" x="2516188" y="2278063"/>
          <p14:tracePt t="23509" x="2528888" y="2278063"/>
          <p14:tracePt t="23571" x="2541588" y="2278063"/>
          <p14:tracePt t="23578" x="2565400" y="2278063"/>
          <p14:tracePt t="23587" x="2590800" y="2278063"/>
          <p14:tracePt t="23595" x="2616200" y="2278063"/>
          <p14:tracePt t="23606" x="2641600" y="2278063"/>
          <p14:tracePt t="23610" x="2667000" y="2278063"/>
          <p14:tracePt t="23619" x="2690813" y="2278063"/>
          <p14:tracePt t="23627" x="2716213" y="2278063"/>
          <p14:tracePt t="23635" x="2728913" y="2278063"/>
          <p14:tracePt t="23643" x="2754313" y="2278063"/>
          <p14:tracePt t="23651" x="2778125" y="2278063"/>
          <p14:tracePt t="23657" x="2790825" y="2278063"/>
          <p14:tracePt t="23665" x="2816225" y="2278063"/>
          <p14:tracePt t="23673" x="2841625" y="2278063"/>
          <p14:tracePt t="23681" x="2854325" y="2278063"/>
          <p14:tracePt t="23689" x="2879725" y="2278063"/>
          <p14:tracePt t="23697" x="2890838" y="2278063"/>
          <p14:tracePt t="23713" x="2903538" y="2278063"/>
          <p14:tracePt t="23721" x="2916238" y="2278063"/>
          <p14:tracePt t="23745" x="2928938" y="2278063"/>
          <p14:tracePt t="24180" x="2928938" y="2290763"/>
          <p14:tracePt t="24188" x="2916238" y="2314575"/>
          <p14:tracePt t="24198" x="2903538" y="2339975"/>
          <p14:tracePt t="24206" x="2879725" y="2352675"/>
          <p14:tracePt t="24212" x="2841625" y="2390775"/>
          <p14:tracePt t="24222" x="2778125" y="2427288"/>
          <p14:tracePt t="24228" x="2716213" y="2490788"/>
          <p14:tracePt t="24237" x="2641600" y="2540000"/>
          <p14:tracePt t="24243" x="2554288" y="2590800"/>
          <p14:tracePt t="24254" x="2465388" y="2652713"/>
          <p14:tracePt t="24260" x="2365375" y="2703513"/>
          <p14:tracePt t="24270" x="2278063" y="2752725"/>
          <p14:tracePt t="24276" x="2190750" y="2790825"/>
          <p14:tracePt t="24284" x="2065338" y="2816225"/>
          <p14:tracePt t="24292" x="1939925" y="2840038"/>
          <p14:tracePt t="24300" x="1801813" y="2852738"/>
          <p14:tracePt t="24307" x="1652588" y="2852738"/>
          <p14:tracePt t="24316" x="1501775" y="2852738"/>
          <p14:tracePt t="24324" x="1363663" y="2852738"/>
          <p14:tracePt t="24332" x="1214438" y="2852738"/>
          <p14:tracePt t="24339" x="1101725" y="2852738"/>
          <p14:tracePt t="24347" x="1014413" y="2852738"/>
          <p14:tracePt t="24355" x="950913" y="2852738"/>
          <p14:tracePt t="24363" x="876300" y="2840038"/>
          <p14:tracePt t="24372" x="850900" y="2840038"/>
          <p14:tracePt t="24380" x="838200" y="2840038"/>
          <p14:tracePt t="24469" x="850900" y="2816225"/>
          <p14:tracePt t="24477" x="863600" y="2803525"/>
          <p14:tracePt t="24485" x="889000" y="2790825"/>
          <p14:tracePt t="24493" x="925513" y="2765425"/>
          <p14:tracePt t="24503" x="938213" y="2765425"/>
          <p14:tracePt t="24509" x="963613" y="2740025"/>
          <p14:tracePt t="24518" x="1001713" y="2728913"/>
          <p14:tracePt t="24526" x="1027113" y="2728913"/>
          <p14:tracePt t="24534" x="1063625" y="2716213"/>
          <p14:tracePt t="24542" x="1089025" y="2703513"/>
          <p14:tracePt t="24549" x="1101725" y="2703513"/>
          <p14:tracePt t="24565" x="1114425" y="2703513"/>
          <p14:tracePt t="24664" x="1127125" y="2703513"/>
          <p14:tracePt t="24672" x="1150938" y="2690813"/>
          <p14:tracePt t="24679" x="1163638" y="2690813"/>
          <p14:tracePt t="24688" x="1201738" y="2690813"/>
          <p14:tracePt t="24696" x="1239838" y="2690813"/>
          <p14:tracePt t="24704" x="1289050" y="2690813"/>
          <p14:tracePt t="24712" x="1363663" y="2690813"/>
          <p14:tracePt t="24721" x="1439863" y="2690813"/>
          <p14:tracePt t="24728" x="1527175" y="2690813"/>
          <p14:tracePt t="24737" x="1614488" y="2690813"/>
          <p14:tracePt t="24744" x="1677988" y="2690813"/>
          <p14:tracePt t="24754" x="1727200" y="2690813"/>
          <p14:tracePt t="24760" x="1778000" y="2690813"/>
          <p14:tracePt t="24770" x="1827213" y="2690813"/>
          <p14:tracePt t="24776" x="1890713" y="2690813"/>
          <p14:tracePt t="24783" x="1927225" y="2690813"/>
          <p14:tracePt t="24792" x="1952625" y="2678113"/>
          <p14:tracePt t="24799" x="1990725" y="2665413"/>
          <p14:tracePt t="24808" x="2003425" y="2665413"/>
          <p14:tracePt t="24815" x="2027238" y="2665413"/>
          <p14:tracePt t="24823" x="2052638" y="2665413"/>
          <p14:tracePt t="24831" x="2065338" y="2665413"/>
          <p14:tracePt t="24839" x="2090738" y="2665413"/>
          <p14:tracePt t="24848" x="2116138" y="2665413"/>
          <p14:tracePt t="24855" x="2127250" y="2665413"/>
          <p14:tracePt t="24864" x="2152650" y="2665413"/>
          <p14:tracePt t="24888" x="2165350" y="2665413"/>
          <p14:tracePt t="25023" x="2190750" y="2665413"/>
          <p14:tracePt t="25030" x="2203450" y="2652713"/>
          <p14:tracePt t="25037" x="2228850" y="2652713"/>
          <p14:tracePt t="25046" x="2265363" y="2652713"/>
          <p14:tracePt t="25055" x="2316163" y="2652713"/>
          <p14:tracePt t="25062" x="2403475" y="2652713"/>
          <p14:tracePt t="25070" x="2516188" y="2652713"/>
          <p14:tracePt t="25078" x="2667000" y="2652713"/>
          <p14:tracePt t="25087" x="2816225" y="2652713"/>
          <p14:tracePt t="25094" x="2979738" y="2652713"/>
          <p14:tracePt t="25104" x="3141663" y="2652713"/>
          <p14:tracePt t="25109" x="3354388" y="2652713"/>
          <p14:tracePt t="25118" x="3592513" y="2652713"/>
          <p14:tracePt t="25126" x="3830638" y="2652713"/>
          <p14:tracePt t="25133" x="4068763" y="2652713"/>
          <p14:tracePt t="25142" x="4281488" y="2652713"/>
          <p14:tracePt t="25149" x="4443413" y="2640013"/>
          <p14:tracePt t="25158" x="4606925" y="2627313"/>
          <p14:tracePt t="25166" x="4756150" y="2603500"/>
          <p14:tracePt t="25174" x="4906963" y="2590800"/>
          <p14:tracePt t="25182" x="5057775" y="2565400"/>
          <p14:tracePt t="25189" x="5194300" y="2527300"/>
          <p14:tracePt t="25198" x="5332413" y="2503488"/>
          <p14:tracePt t="25206" x="5470525" y="2490788"/>
          <p14:tracePt t="25214" x="5583238" y="2465388"/>
          <p14:tracePt t="25222" x="5670550" y="2452688"/>
          <p14:tracePt t="25230" x="5745163" y="2427288"/>
          <p14:tracePt t="25237" x="5795963" y="2414588"/>
          <p14:tracePt t="25245" x="5845175" y="2403475"/>
          <p14:tracePt t="25254" x="5895975" y="2390775"/>
          <p14:tracePt t="25262" x="5908675" y="2390775"/>
          <p14:tracePt t="25270" x="5932488" y="2390775"/>
          <p14:tracePt t="25277" x="5945188" y="2390775"/>
          <p14:tracePt t="25289" x="5970588" y="2390775"/>
          <p14:tracePt t="25296" x="6008688" y="2390775"/>
          <p14:tracePt t="25304" x="6057900" y="2390775"/>
          <p14:tracePt t="25312" x="6108700" y="2390775"/>
          <p14:tracePt t="25321" x="6157913" y="2378075"/>
          <p14:tracePt t="25328" x="6221413" y="2365375"/>
          <p14:tracePt t="25338" x="6270625" y="2352675"/>
          <p14:tracePt t="25343" x="6334125" y="2327275"/>
          <p14:tracePt t="25354" x="6383338" y="2314575"/>
          <p14:tracePt t="25359" x="6459538" y="2314575"/>
          <p14:tracePt t="25368" x="6521450" y="2290763"/>
          <p14:tracePt t="25376" x="6596063" y="2278063"/>
          <p14:tracePt t="25383" x="6684963" y="2252663"/>
          <p14:tracePt t="25392" x="6772275" y="2214563"/>
          <p14:tracePt t="25401" x="6859588" y="2178050"/>
          <p14:tracePt t="25407" x="6946900" y="2114550"/>
          <p14:tracePt t="25415" x="7046913" y="2052638"/>
          <p14:tracePt t="25423" x="7159625" y="1978025"/>
          <p14:tracePt t="25431" x="7259638" y="1889125"/>
          <p14:tracePt t="25439" x="7372350" y="1827213"/>
          <p14:tracePt t="25448" x="7459663" y="1765300"/>
          <p14:tracePt t="25456" x="7561263" y="1676400"/>
          <p14:tracePt t="25464" x="7648575" y="1614488"/>
          <p14:tracePt t="25472" x="7735888" y="1552575"/>
          <p14:tracePt t="25479" x="7810500" y="1489075"/>
          <p14:tracePt t="25488" x="7886700" y="1439863"/>
          <p14:tracePt t="25496" x="7948613" y="1401763"/>
          <p14:tracePt t="25504" x="8023225" y="1363663"/>
          <p14:tracePt t="25512" x="8086725" y="1314450"/>
          <p14:tracePt t="25520" x="8161338" y="1250950"/>
          <p14:tracePt t="25528" x="8235950" y="1189038"/>
          <p14:tracePt t="25538" x="8312150" y="1125538"/>
          <p14:tracePt t="25544" x="8386763" y="1063625"/>
          <p14:tracePt t="25553" x="8448675" y="1014413"/>
          <p14:tracePt t="25560" x="8524875" y="976313"/>
          <p14:tracePt t="25570" x="8586788" y="938213"/>
          <p14:tracePt t="25576" x="8637588" y="901700"/>
          <p14:tracePt t="25584" x="8661400" y="876300"/>
          <p14:tracePt t="25592" x="8661400" y="863600"/>
          <p14:tracePt t="25600" x="8674100" y="863600"/>
          <p14:tracePt t="25608" x="8686800" y="838200"/>
          <p14:tracePt t="25623" x="8699500" y="825500"/>
          <p14:tracePt t="25632" x="8699500" y="812800"/>
          <p14:tracePt t="25639" x="8712200" y="812800"/>
          <p14:tracePt t="25648" x="8712200" y="801688"/>
          <p14:tracePt t="25664" x="8712200" y="788988"/>
          <p14:tracePt t="25671" x="8712200" y="776288"/>
          <p14:tracePt t="25687" x="8712200" y="763588"/>
          <p14:tracePt t="25703" x="8712200" y="750888"/>
          <p14:tracePt t="25739" x="8712200" y="738188"/>
          <p14:tracePt t="25748" x="8712200" y="725488"/>
          <p14:tracePt t="25755" x="8712200" y="700088"/>
          <p14:tracePt t="25771" x="8712200" y="688975"/>
          <p14:tracePt t="25779" x="8712200" y="676275"/>
          <p14:tracePt t="25796" x="8712200" y="663575"/>
          <p14:tracePt t="25805" x="8712200" y="650875"/>
          <p14:tracePt t="25812" x="8699500" y="625475"/>
          <p14:tracePt t="25822" x="8699500" y="612775"/>
          <p14:tracePt t="25828" x="8699500" y="600075"/>
          <p14:tracePt t="25840" x="8699500" y="588963"/>
          <p14:tracePt t="25844" x="8699500" y="563563"/>
          <p14:tracePt t="25860" x="8699500" y="550863"/>
          <p14:tracePt t="25869" x="8699500" y="538163"/>
          <p14:tracePt t="25876" x="8699500" y="525463"/>
          <p14:tracePt t="25908" x="8686800" y="512763"/>
          <p14:tracePt t="29283" x="7510463" y="588963"/>
          <p14:tracePt t="29291" x="7359650" y="600075"/>
          <p14:tracePt t="29298" x="7185025" y="625475"/>
          <p14:tracePt t="29307" x="7046913" y="638175"/>
          <p14:tracePt t="29314" x="6921500" y="676275"/>
          <p14:tracePt t="29322" x="6808788" y="688975"/>
          <p14:tracePt t="29331" x="6734175" y="700088"/>
          <p14:tracePt t="29339" x="6684963" y="700088"/>
          <p14:tracePt t="29346" x="6659563" y="725488"/>
          <p14:tracePt t="29356" x="6646863" y="725488"/>
          <p14:tracePt t="29363" x="6634163" y="738188"/>
          <p14:tracePt t="29375" x="6621463" y="750888"/>
          <p14:tracePt t="29388" x="6608763" y="763588"/>
          <p14:tracePt t="29393" x="6596063" y="763588"/>
          <p14:tracePt t="29404" x="6572250" y="788988"/>
          <p14:tracePt t="29410" x="6559550" y="801688"/>
          <p14:tracePt t="29418" x="6534150" y="812800"/>
          <p14:tracePt t="29425" x="6521450" y="838200"/>
          <p14:tracePt t="29433" x="6496050" y="850900"/>
          <p14:tracePt t="29443" x="6483350" y="863600"/>
          <p14:tracePt t="29449" x="6459538" y="876300"/>
          <p14:tracePt t="29459" x="6446838" y="889000"/>
          <p14:tracePt t="29467" x="6408738" y="901700"/>
          <p14:tracePt t="29475" x="6396038" y="925513"/>
          <p14:tracePt t="29483" x="6370638" y="938213"/>
          <p14:tracePt t="29491" x="6321425" y="976313"/>
          <p14:tracePt t="29499" x="6283325" y="1014413"/>
          <p14:tracePt t="29507" x="6234113" y="1050925"/>
          <p14:tracePt t="29515" x="6196013" y="1101725"/>
          <p14:tracePt t="29523" x="6170613" y="1150938"/>
          <p14:tracePt t="29531" x="6146800" y="1189038"/>
          <p14:tracePt t="29540" x="6108700" y="1250950"/>
          <p14:tracePt t="29548" x="6070600" y="1314450"/>
          <p14:tracePt t="29556" x="6034088" y="1363663"/>
          <p14:tracePt t="29564" x="5995988" y="1414463"/>
          <p14:tracePt t="29572" x="5957888" y="1476375"/>
          <p14:tracePt t="29580" x="5932488" y="1527175"/>
          <p14:tracePt t="29588" x="5908675" y="1552575"/>
          <p14:tracePt t="29596" x="5895975" y="1576388"/>
          <p14:tracePt t="29604" x="5895975" y="1589088"/>
          <p14:tracePt t="29612" x="5870575" y="1614488"/>
          <p14:tracePt t="29621" x="5857875" y="1652588"/>
          <p14:tracePt t="29628" x="5845175" y="1663700"/>
          <p14:tracePt t="29638" x="5845175" y="1676400"/>
          <p14:tracePt t="29670" x="5845175" y="1689100"/>
          <p14:tracePt t="29730" x="5845175" y="1701800"/>
          <p14:tracePt t="29754" x="5845175" y="1714500"/>
          <p14:tracePt t="29770" x="5857875" y="1739900"/>
          <p14:tracePt t="29794" x="5870575" y="1752600"/>
          <p14:tracePt t="29810" x="5883275" y="1752600"/>
          <p14:tracePt t="29826" x="5883275" y="1765300"/>
          <p14:tracePt t="29843" x="5895975" y="1776413"/>
          <p14:tracePt t="29866" x="5908675" y="1789113"/>
          <p14:tracePt t="29890" x="5921375" y="1789113"/>
          <p14:tracePt t="29898" x="5932488" y="1789113"/>
          <p14:tracePt t="29906" x="5945188" y="1801813"/>
          <p14:tracePt t="29922" x="5970588" y="1814513"/>
          <p14:tracePt t="29930" x="5970588" y="1827213"/>
          <p14:tracePt t="29939" x="5983288" y="1827213"/>
          <p14:tracePt t="29946" x="5995988" y="1839913"/>
          <p14:tracePt t="29955" x="6008688" y="1852613"/>
          <p14:tracePt t="29962" x="6021388" y="1852613"/>
          <p14:tracePt t="29971" x="6034088" y="1852613"/>
          <p14:tracePt t="29978" x="6045200" y="1852613"/>
          <p14:tracePt t="29988" x="6045200" y="1865313"/>
          <p14:tracePt t="29994" x="6070600" y="1865313"/>
          <p14:tracePt t="30004" x="6083300" y="1876425"/>
          <p14:tracePt t="30010" x="6108700" y="1889125"/>
          <p14:tracePt t="30018" x="6121400" y="1889125"/>
          <p14:tracePt t="30028" x="6146800" y="1889125"/>
          <p14:tracePt t="30039" x="6157913" y="1889125"/>
          <p14:tracePt t="30044" x="6170613" y="1901825"/>
          <p14:tracePt t="30056" x="6196013" y="1914525"/>
          <p14:tracePt t="30060" x="6221413" y="1914525"/>
          <p14:tracePt t="30068" x="6234113" y="1914525"/>
          <p14:tracePt t="30076" x="6259513" y="1914525"/>
          <p14:tracePt t="30092" x="6270625" y="1914525"/>
          <p14:tracePt t="30100" x="6283325" y="1914525"/>
          <p14:tracePt t="30245" x="6283325" y="1927225"/>
          <p14:tracePt t="30253" x="6270625" y="1952625"/>
          <p14:tracePt t="30260" x="6259513" y="1952625"/>
          <p14:tracePt t="30268" x="6234113" y="1965325"/>
          <p14:tracePt t="30277" x="6221413" y="1965325"/>
          <p14:tracePt t="30284" x="6208713" y="1989138"/>
          <p14:tracePt t="30291" x="6183313" y="1989138"/>
          <p14:tracePt t="30299" x="6157913" y="2001838"/>
          <p14:tracePt t="30315" x="6134100" y="2014538"/>
          <p14:tracePt t="30331" x="6121400" y="2014538"/>
          <p14:tracePt t="30363" x="6108700" y="2014538"/>
          <p14:tracePt t="30371" x="6096000" y="2014538"/>
          <p14:tracePt t="30379" x="6083300" y="2014538"/>
          <p14:tracePt t="30387" x="6070600" y="2014538"/>
          <p14:tracePt t="30395" x="6057900" y="2014538"/>
          <p14:tracePt t="30403" x="6045200" y="2027238"/>
          <p14:tracePt t="30411" x="6034088" y="2039938"/>
          <p14:tracePt t="30420" x="6008688" y="2039938"/>
          <p14:tracePt t="30427" x="5983288" y="2039938"/>
          <p14:tracePt t="30436" x="5945188" y="2052638"/>
          <p14:tracePt t="30443" x="5908675" y="2052638"/>
          <p14:tracePt t="30453" x="5857875" y="2052638"/>
          <p14:tracePt t="30459" x="5808663" y="2052638"/>
          <p14:tracePt t="30467" x="5757863" y="2052638"/>
          <p14:tracePt t="30475" x="5708650" y="2052638"/>
          <p14:tracePt t="30483" x="5632450" y="2052638"/>
          <p14:tracePt t="30491" x="5583238" y="2052638"/>
          <p14:tracePt t="30499" x="5532438" y="2052638"/>
          <p14:tracePt t="30507" x="5470525" y="2052638"/>
          <p14:tracePt t="30515" x="5394325" y="2052638"/>
          <p14:tracePt t="30523" x="5332413" y="2052638"/>
          <p14:tracePt t="30531" x="5281613" y="2052638"/>
          <p14:tracePt t="30539" x="5232400" y="2052638"/>
          <p14:tracePt t="30547" x="5170488" y="2052638"/>
          <p14:tracePt t="30555" x="5119688" y="2052638"/>
          <p14:tracePt t="30563" x="5094288" y="2052638"/>
          <p14:tracePt t="30571" x="5094288" y="2065338"/>
          <p14:tracePt t="30579" x="5081588" y="2065338"/>
          <p14:tracePt t="30587" x="5068888" y="2065338"/>
          <p14:tracePt t="30595" x="5057775" y="2078038"/>
          <p14:tracePt t="30603" x="5057775" y="2089150"/>
          <p14:tracePt t="30611" x="5032375" y="2089150"/>
          <p14:tracePt t="30620" x="5019675" y="2114550"/>
          <p14:tracePt t="30627" x="4994275" y="2127250"/>
          <p14:tracePt t="30636" x="4968875" y="2152650"/>
          <p14:tracePt t="30644" x="4956175" y="2152650"/>
          <p14:tracePt t="30653" x="4945063" y="2165350"/>
          <p14:tracePt t="30659" x="4919663" y="2178050"/>
          <p14:tracePt t="30667" x="4881563" y="2201863"/>
          <p14:tracePt t="30675" x="4856163" y="2227263"/>
          <p14:tracePt t="30683" x="4843463" y="2239963"/>
          <p14:tracePt t="30691" x="4832350" y="2252663"/>
          <p14:tracePt t="30699" x="4819650" y="2252663"/>
          <p14:tracePt t="30771" x="4819650" y="2265363"/>
          <p14:tracePt t="30779" x="4819650" y="2278063"/>
          <p14:tracePt t="30787" x="4819650" y="2303463"/>
          <p14:tracePt t="30803" x="4806950" y="2314575"/>
          <p14:tracePt t="30819" x="4806950" y="2327275"/>
          <p14:tracePt t="32840" x="4868863" y="2327275"/>
          <p14:tracePt t="32848" x="5032375" y="2327275"/>
          <p14:tracePt t="32856" x="5319713" y="2314575"/>
          <p14:tracePt t="32864" x="5632450" y="2303463"/>
          <p14:tracePt t="32873" x="5870575" y="2303463"/>
          <p14:tracePt t="32892" x="6170613" y="2303463"/>
          <p14:tracePt t="32896" x="6196013" y="2290763"/>
          <p14:tracePt t="33225" x="6170613" y="2278063"/>
          <p14:tracePt t="33232" x="6157913" y="2278063"/>
          <p14:tracePt t="33241" x="6121400" y="2278063"/>
          <p14:tracePt t="33248" x="6070600" y="2278063"/>
          <p14:tracePt t="33256" x="6021388" y="2278063"/>
          <p14:tracePt t="33263" x="5957888" y="2278063"/>
          <p14:tracePt t="33271" x="5883275" y="2278063"/>
          <p14:tracePt t="33279" x="5845175" y="2278063"/>
          <p14:tracePt t="33287" x="5821363" y="2278063"/>
          <p14:tracePt t="33295" x="5808663" y="2278063"/>
          <p14:tracePt t="33303" x="5795963" y="2278063"/>
          <p14:tracePt t="33366" x="5770563" y="2265363"/>
          <p14:tracePt t="33382" x="5732463" y="2265363"/>
          <p14:tracePt t="33391" x="5695950" y="2265363"/>
          <p14:tracePt t="33399" x="5670550" y="2265363"/>
          <p14:tracePt t="33406" x="5645150" y="2265363"/>
          <p14:tracePt t="33413" x="5632450" y="2265363"/>
          <p14:tracePt t="33422" x="5619750" y="2265363"/>
          <p14:tracePt t="33438" x="5607050" y="2265363"/>
          <p14:tracePt t="33581" x="5595938" y="2265363"/>
          <p14:tracePt t="34490" x="5619750" y="2265363"/>
          <p14:tracePt t="34498" x="5632450" y="2265363"/>
          <p14:tracePt t="34515" x="5657850" y="2265363"/>
          <p14:tracePt t="34522" x="5695950" y="2265363"/>
          <p14:tracePt t="34530" x="5708650" y="2265363"/>
          <p14:tracePt t="34539" x="5719763" y="2265363"/>
          <p14:tracePt t="34556" x="5732463" y="2265363"/>
          <p14:tracePt t="34589" x="5745163" y="2265363"/>
          <p14:tracePt t="34752" x="5757863" y="2265363"/>
          <p14:tracePt t="35014" x="5770563" y="2265363"/>
          <p14:tracePt t="35030" x="5783263" y="2265363"/>
          <p14:tracePt t="35038" x="5795963" y="2265363"/>
          <p14:tracePt t="35046" x="5808663" y="2265363"/>
          <p14:tracePt t="35055" x="5821363" y="2252663"/>
          <p14:tracePt t="35061" x="5832475" y="2252663"/>
          <p14:tracePt t="35069" x="5870575" y="2252663"/>
          <p14:tracePt t="35077" x="5895975" y="2252663"/>
          <p14:tracePt t="35086" x="5921375" y="2252663"/>
          <p14:tracePt t="35093" x="5945188" y="2252663"/>
          <p14:tracePt t="35103" x="5970588" y="2252663"/>
          <p14:tracePt t="35109" x="5983288" y="2252663"/>
          <p14:tracePt t="35117" x="5995988" y="2252663"/>
          <p14:tracePt t="35149" x="6008688" y="2252663"/>
          <p14:tracePt t="35257" x="6021388" y="2252663"/>
          <p14:tracePt t="35300" x="6034088" y="2252663"/>
          <p14:tracePt t="35316" x="6045200" y="2252663"/>
          <p14:tracePt t="35332" x="6057900" y="2252663"/>
          <p14:tracePt t="35348" x="6070600" y="2252663"/>
          <p14:tracePt t="35356" x="6083300" y="2252663"/>
          <p14:tracePt t="35380" x="6096000" y="2252663"/>
          <p14:tracePt t="35422" x="6108700" y="2252663"/>
          <p14:tracePt t="35466" x="6121400" y="2252663"/>
          <p14:tracePt t="35475" x="6134100" y="2252663"/>
          <p14:tracePt t="35482" x="6146800" y="2252663"/>
          <p14:tracePt t="35490" x="6157913" y="2252663"/>
          <p14:tracePt t="35498" x="6170613" y="2252663"/>
          <p14:tracePt t="35943" x="6183313" y="2252663"/>
          <p14:tracePt t="35950" x="6196013" y="2252663"/>
          <p14:tracePt t="35958" x="6208713" y="2252663"/>
          <p14:tracePt t="35966" x="6221413" y="2252663"/>
          <p14:tracePt t="35983" x="6234113" y="2252663"/>
          <p14:tracePt t="35990" x="6246813" y="2252663"/>
          <p14:tracePt t="35998" x="6259513" y="2252663"/>
          <p14:tracePt t="44197" x="6270625" y="2239963"/>
          <p14:tracePt t="44203" x="6270625" y="2227263"/>
          <p14:tracePt t="44294" x="6283325" y="2201863"/>
          <p14:tracePt t="44303" x="6296025" y="2178050"/>
          <p14:tracePt t="44311" x="6308725" y="2152650"/>
          <p14:tracePt t="44319" x="6334125" y="2127250"/>
          <p14:tracePt t="44326" x="6346825" y="2089150"/>
          <p14:tracePt t="44334" x="6370638" y="2052638"/>
          <p14:tracePt t="44342" x="6396038" y="2001838"/>
          <p14:tracePt t="44349" x="6434138" y="1939925"/>
          <p14:tracePt t="44358" x="6483350" y="1852613"/>
          <p14:tracePt t="44366" x="6572250" y="1765300"/>
          <p14:tracePt t="44373" x="6646863" y="1663700"/>
          <p14:tracePt t="44382" x="6746875" y="1576388"/>
          <p14:tracePt t="44389" x="6821488" y="1476375"/>
          <p14:tracePt t="44398" x="6921500" y="1401763"/>
          <p14:tracePt t="44406" x="7010400" y="1301750"/>
          <p14:tracePt t="44413" x="7110413" y="1214438"/>
          <p14:tracePt t="44422" x="7172325" y="1114425"/>
          <p14:tracePt t="44429" x="7246938" y="1025525"/>
          <p14:tracePt t="44438" x="7335838" y="938213"/>
          <p14:tracePt t="44445" x="7410450" y="838200"/>
          <p14:tracePt t="44453" x="7485063" y="763588"/>
          <p14:tracePt t="44461" x="7585075" y="663575"/>
          <p14:tracePt t="47151" x="8348663" y="588963"/>
          <p14:tracePt t="47158" x="8212138" y="688975"/>
          <p14:tracePt t="47166" x="7974013" y="838200"/>
          <p14:tracePt t="47174" x="7673975" y="1050925"/>
          <p14:tracePt t="47182" x="7335838" y="1263650"/>
          <p14:tracePt t="47191" x="7021513" y="1489075"/>
          <p14:tracePt t="47199" x="6772275" y="1676400"/>
          <p14:tracePt t="47206" x="6559550" y="1839913"/>
          <p14:tracePt t="47214" x="6446838" y="1965325"/>
          <p14:tracePt t="47222" x="6370638" y="2052638"/>
          <p14:tracePt t="47230" x="6321425" y="2127250"/>
          <p14:tracePt t="47239" x="6321425" y="2152650"/>
          <p14:tracePt t="47246" x="6308725" y="2178050"/>
          <p14:tracePt t="49532" x="6321425" y="2178050"/>
          <p14:tracePt t="49540" x="6359525" y="2152650"/>
          <p14:tracePt t="49548" x="6408738" y="2127250"/>
          <p14:tracePt t="49556" x="6496050" y="2101850"/>
          <p14:tracePt t="49564" x="6572250" y="2078038"/>
          <p14:tracePt t="49574" x="6646863" y="2065338"/>
          <p14:tracePt t="49579" x="6696075" y="2039938"/>
          <p14:tracePt t="49587" x="6734175" y="2027238"/>
          <p14:tracePt t="49595" x="6784975" y="2014538"/>
          <p14:tracePt t="49603" x="6808788" y="2001838"/>
          <p14:tracePt t="49611" x="6834188" y="1989138"/>
          <p14:tracePt t="49620" x="6846888" y="1989138"/>
          <p14:tracePt t="49637" x="6846888" y="1978025"/>
          <p14:tracePt t="49643" x="6859588" y="1978025"/>
          <p14:tracePt t="49685" x="6872288" y="1965325"/>
          <p14:tracePt t="49693" x="6884988" y="1952625"/>
          <p14:tracePt t="49702" x="6897688" y="1939925"/>
          <p14:tracePt t="49709" x="6934200" y="1927225"/>
          <p14:tracePt t="49717" x="6959600" y="1914525"/>
          <p14:tracePt t="49725" x="6972300" y="1889125"/>
          <p14:tracePt t="49733" x="7010400" y="1876425"/>
          <p14:tracePt t="49741" x="7034213" y="1865313"/>
          <p14:tracePt t="49749" x="7059613" y="1839913"/>
          <p14:tracePt t="49758" x="7072313" y="1839913"/>
          <p14:tracePt t="49765" x="7097713" y="1827213"/>
          <p14:tracePt t="49774" x="7097713" y="1814513"/>
          <p14:tracePt t="49782" x="7110413" y="1814513"/>
          <p14:tracePt t="49789" x="7123113" y="1801813"/>
          <p14:tracePt t="49797" x="7134225" y="1789113"/>
          <p14:tracePt t="49805" x="7159625" y="1776413"/>
          <p14:tracePt t="49814" x="7172325" y="1776413"/>
          <p14:tracePt t="49821" x="7210425" y="1765300"/>
          <p14:tracePt t="49831" x="7246938" y="1752600"/>
          <p14:tracePt t="49839" x="7310438" y="1714500"/>
          <p14:tracePt t="49847" x="7372350" y="1689100"/>
          <p14:tracePt t="49855" x="7435850" y="1652588"/>
          <p14:tracePt t="49863" x="7497763" y="1614488"/>
          <p14:tracePt t="49871" x="7572375" y="1589088"/>
          <p14:tracePt t="49879" x="7623175" y="1576388"/>
          <p14:tracePt t="49887" x="7685088" y="1552575"/>
          <p14:tracePt t="49895" x="7723188" y="1539875"/>
          <p14:tracePt t="49903" x="7748588" y="1527175"/>
          <p14:tracePt t="49911" x="7761288" y="1527175"/>
          <p14:tracePt t="49919" x="7773988" y="1527175"/>
          <p14:tracePt t="49944" x="7785100" y="1527175"/>
          <p14:tracePt t="49960" x="7797800" y="1514475"/>
          <p14:tracePt t="49969" x="7823200" y="1514475"/>
          <p14:tracePt t="49976" x="7835900" y="1514475"/>
          <p14:tracePt t="49985" x="7861300" y="1514475"/>
          <p14:tracePt t="49992" x="7897813" y="1514475"/>
          <p14:tracePt t="50000" x="7923213" y="1514475"/>
          <p14:tracePt t="50008" x="7961313" y="1514475"/>
          <p14:tracePt t="50016" x="7986713" y="1514475"/>
          <p14:tracePt t="50024" x="8010525" y="1514475"/>
          <p14:tracePt t="50032" x="8023225" y="1501775"/>
          <p14:tracePt t="50040" x="8035925" y="1501775"/>
          <p14:tracePt t="50056" x="8035925" y="1489075"/>
          <p14:tracePt t="50515" x="8048625" y="1489075"/>
          <p14:tracePt t="50741" x="8061325" y="1489075"/>
          <p14:tracePt t="50821" x="8061325" y="1476375"/>
          <p14:tracePt t="50828" x="8074025" y="1476375"/>
          <p14:tracePt t="50837" x="8074025" y="1463675"/>
          <p14:tracePt t="50844" x="8086725" y="1450975"/>
          <p14:tracePt t="50856" x="8099425" y="1427163"/>
          <p14:tracePt t="50860" x="8123238" y="1389063"/>
          <p14:tracePt t="50869" x="8135938" y="1363663"/>
          <p14:tracePt t="50876" x="8148638" y="1350963"/>
          <p14:tracePt t="50884" x="8161338" y="1327150"/>
          <p14:tracePt t="50893" x="8161338" y="1314450"/>
          <p14:tracePt t="50900" x="8161338" y="1301750"/>
          <p14:tracePt t="50908" x="8174038" y="1263650"/>
          <p14:tracePt t="50916" x="8186738" y="1238250"/>
          <p14:tracePt t="50924" x="8186738" y="1227138"/>
          <p14:tracePt t="50932" x="8199438" y="1214438"/>
          <p14:tracePt t="50940" x="8199438" y="1189038"/>
          <p14:tracePt t="50956" x="8199438" y="1163638"/>
          <p14:tracePt t="50964" x="8212138" y="1150938"/>
          <p14:tracePt t="50980" x="8212138" y="1125538"/>
          <p14:tracePt t="50988" x="8212138" y="1114425"/>
          <p14:tracePt t="50996" x="8223250" y="1101725"/>
          <p14:tracePt t="51004" x="8223250" y="1089025"/>
          <p14:tracePt t="51021" x="8235950" y="1076325"/>
          <p14:tracePt t="51038" x="8235950" y="1063625"/>
          <p14:tracePt t="51043" x="8235950" y="1050925"/>
          <p14:tracePt t="51059" x="8235950" y="1038225"/>
          <p14:tracePt t="51076" x="8248650" y="1025525"/>
          <p14:tracePt t="51092" x="8248650" y="1014413"/>
          <p14:tracePt t="51100" x="8248650" y="1001713"/>
          <p14:tracePt t="51115" x="8248650" y="989013"/>
          <p14:tracePt t="51124" x="8261350" y="989013"/>
          <p14:tracePt t="51140" x="8261350" y="976313"/>
          <p14:tracePt t="51155" x="8274050" y="950913"/>
          <p14:tracePt t="51164" x="8299450" y="938213"/>
          <p14:tracePt t="51172" x="8312150" y="912813"/>
          <p14:tracePt t="51180" x="8324850" y="876300"/>
          <p14:tracePt t="51190" x="8335963" y="850900"/>
          <p14:tracePt t="51196" x="8348663" y="825500"/>
          <p14:tracePt t="51204" x="8361363" y="801688"/>
          <p14:tracePt t="51212" x="8386763" y="776288"/>
          <p14:tracePt t="51221" x="8399463" y="738188"/>
          <p14:tracePt t="51228" x="8412163" y="725488"/>
          <p14:tracePt t="51237" x="8424863" y="700088"/>
          <p14:tracePt t="51243" x="8435975" y="676275"/>
          <p14:tracePt t="51254" x="8435975" y="663575"/>
          <p14:tracePt t="51259" x="8448675" y="650875"/>
          <p14:tracePt t="51267" x="8461375" y="638175"/>
          <p14:tracePt t="51275" x="8474075" y="625475"/>
          <p14:tracePt t="51283" x="8474075" y="612775"/>
          <p14:tracePt t="51291" x="8486775" y="612775"/>
          <p14:tracePt t="51299" x="8499475" y="600075"/>
          <p14:tracePt t="51307" x="8499475" y="588963"/>
          <p14:tracePt t="51315" x="8512175" y="563563"/>
          <p14:tracePt t="52592" x="8561388" y="563563"/>
          <p14:tracePt t="52600" x="8561388" y="650875"/>
          <p14:tracePt t="52609" x="8574088" y="700088"/>
          <p14:tracePt t="52616" x="8574088" y="763588"/>
          <p14:tracePt t="52625" x="8599488" y="838200"/>
          <p14:tracePt t="52632" x="8599488" y="912813"/>
          <p14:tracePt t="52639" x="8599488" y="963613"/>
          <p14:tracePt t="52647" x="8599488" y="1014413"/>
          <p14:tracePt t="52655" x="8599488" y="1063625"/>
          <p14:tracePt t="52663" x="8599488" y="1114425"/>
          <p14:tracePt t="52672" x="8586788" y="1176338"/>
          <p14:tracePt t="52679" x="8561388" y="1189038"/>
          <p14:tracePt t="52688" x="8548688" y="1214438"/>
          <p14:tracePt t="52696" x="8524875" y="1238250"/>
          <p14:tracePt t="52704" x="8486775" y="1289050"/>
          <p14:tracePt t="52712" x="8412163" y="1350963"/>
          <p14:tracePt t="52721" x="8312150" y="1427163"/>
          <p14:tracePt t="52728" x="8174038" y="1527175"/>
          <p14:tracePt t="52738" x="8035925" y="1614488"/>
          <p14:tracePt t="52743" x="7835900" y="1676400"/>
          <p14:tracePt t="52754" x="7597775" y="1765300"/>
          <p14:tracePt t="52759" x="7310438" y="1852613"/>
          <p14:tracePt t="52770" x="7046913" y="1927225"/>
          <p14:tracePt t="52775" x="6808788" y="1989138"/>
          <p14:tracePt t="52783" x="6634163" y="2039938"/>
          <p14:tracePt t="52793" x="6483350" y="2065338"/>
          <p14:tracePt t="52803" x="6346825" y="2089150"/>
          <p14:tracePt t="52810" x="6234113" y="2101850"/>
          <p14:tracePt t="52818" x="6121400" y="2127250"/>
          <p14:tracePt t="52826" x="6045200" y="2139950"/>
          <p14:tracePt t="52834" x="5957888" y="2152650"/>
          <p14:tracePt t="52841" x="5921375" y="2152650"/>
          <p14:tracePt t="52849" x="5883275" y="2152650"/>
          <p14:tracePt t="52857" x="5857875" y="2152650"/>
          <p14:tracePt t="52865" x="5808663" y="2165350"/>
          <p14:tracePt t="52873" x="5757863" y="2165350"/>
          <p14:tracePt t="52881" x="5708650" y="2165350"/>
          <p14:tracePt t="52889" x="5657850" y="2178050"/>
          <p14:tracePt t="52897" x="5619750" y="2178050"/>
          <p14:tracePt t="52905" x="5595938" y="2190750"/>
          <p14:tracePt t="52913" x="5583238" y="2190750"/>
          <p14:tracePt t="52938" x="5583238" y="2201863"/>
          <p14:tracePt t="52999" x="5657850" y="2201863"/>
          <p14:tracePt t="53006" x="5795963" y="2201863"/>
          <p14:tracePt t="53014" x="5995988" y="2201863"/>
          <p14:tracePt t="53023" x="6270625" y="2201863"/>
          <p14:tracePt t="53030" x="6608763" y="2201863"/>
          <p14:tracePt t="53039" x="7021513" y="2201863"/>
          <p14:tracePt t="53046" x="7497763" y="2201863"/>
          <p14:tracePt t="53056" x="7974013" y="2201863"/>
          <p14:tracePt t="53062" x="8386763" y="2201863"/>
          <p14:tracePt t="53074" x="8724900" y="2201863"/>
          <p14:tracePt t="53079" x="8999538" y="2201863"/>
          <p14:tracePt t="53091" x="9199563" y="2201863"/>
          <p14:tracePt t="53094" x="9337675" y="2201863"/>
          <p14:tracePt t="53107" x="9437688" y="2201863"/>
          <p14:tracePt t="53110" x="9488488" y="2201863"/>
          <p14:tracePt t="53119" x="9501188" y="2201863"/>
          <p14:tracePt t="53225" x="9488488" y="2190750"/>
          <p14:tracePt t="53241" x="9475788" y="2178050"/>
          <p14:tracePt t="53256" x="9463088" y="2178050"/>
          <p14:tracePt t="53264" x="9463088" y="2165350"/>
          <p14:tracePt t="53271" x="9450388" y="2165350"/>
          <p14:tracePt t="53289" x="9424988" y="2139950"/>
          <p14:tracePt t="53296" x="9413875" y="2139950"/>
          <p14:tracePt t="53305" x="9401175" y="2127250"/>
          <p14:tracePt t="53312" x="9363075" y="2101850"/>
          <p14:tracePt t="53324" x="9337675" y="2078038"/>
          <p14:tracePt t="53328" x="9324975" y="2078038"/>
          <p14:tracePt t="53341" x="9288463" y="2052638"/>
          <p14:tracePt t="53346" x="9224963" y="2001838"/>
          <p14:tracePt t="53356" x="9163050" y="1939925"/>
          <p14:tracePt t="53360" x="9099550" y="1876425"/>
          <p14:tracePt t="53369" x="9037638" y="1839913"/>
          <p14:tracePt t="53376" x="8975725" y="1789113"/>
          <p14:tracePt t="53385" x="8924925" y="1752600"/>
          <p14:tracePt t="53392" x="8850313" y="1714500"/>
          <p14:tracePt t="53401" x="8786813" y="1689100"/>
          <p14:tracePt t="53409" x="8737600" y="1663700"/>
          <p14:tracePt t="53415" x="8686800" y="1652588"/>
          <p14:tracePt t="53423" x="8674100" y="1639888"/>
          <p14:tracePt t="53612" x="8674100" y="1663700"/>
          <p14:tracePt t="53619" x="8674100" y="1676400"/>
          <p14:tracePt t="53628" x="8674100" y="1689100"/>
          <p14:tracePt t="53636" x="8674100" y="1701800"/>
          <p14:tracePt t="53653" x="8674100" y="1727200"/>
          <p14:tracePt t="53668" x="8674100" y="1739900"/>
          <p14:tracePt t="53684" x="8674100" y="1752600"/>
          <p14:tracePt t="53747" x="8686800" y="1752600"/>
          <p14:tracePt t="53754" x="8699500" y="1765300"/>
          <p14:tracePt t="53762" x="8712200" y="1765300"/>
          <p14:tracePt t="53772" x="8712200" y="1776413"/>
          <p14:tracePt t="53778" x="8724900" y="1776413"/>
          <p14:tracePt t="53789" x="8737600" y="1776413"/>
          <p14:tracePt t="53805" x="8763000" y="1776413"/>
          <p14:tracePt t="53810" x="8786813" y="1776413"/>
          <p14:tracePt t="53818" x="8812213" y="1776413"/>
          <p14:tracePt t="53826" x="8837613" y="1776413"/>
          <p14:tracePt t="53834" x="8850313" y="1776413"/>
          <p14:tracePt t="53842" x="8874125" y="1789113"/>
          <p14:tracePt t="53850" x="8899525" y="1801813"/>
          <p14:tracePt t="53858" x="8937625" y="1801813"/>
          <p14:tracePt t="53866" x="8986838" y="1814513"/>
          <p14:tracePt t="53875" x="9024938" y="1814513"/>
          <p14:tracePt t="53888" x="9063038" y="1814513"/>
          <p14:tracePt t="53892" x="9124950" y="1827213"/>
          <p14:tracePt t="53897" x="9163050" y="1827213"/>
          <p14:tracePt t="53905" x="9188450" y="1827213"/>
          <p14:tracePt t="53913" x="9224963" y="1827213"/>
          <p14:tracePt t="53921" x="9263063" y="1827213"/>
          <p14:tracePt t="53929" x="9301163" y="1839913"/>
          <p14:tracePt t="53938" x="9350375" y="1839913"/>
          <p14:tracePt t="53946" x="9388475" y="1839913"/>
          <p14:tracePt t="53953" x="9413875" y="1839913"/>
          <p14:tracePt t="53961" x="9437688" y="1839913"/>
          <p14:tracePt t="53970" x="9450388" y="1839913"/>
          <p14:tracePt t="54094" x="9450388" y="1852613"/>
          <p14:tracePt t="54104" x="9450388" y="1876425"/>
          <p14:tracePt t="54112" x="9437688" y="1889125"/>
          <p14:tracePt t="54120" x="9413875" y="1914525"/>
          <p14:tracePt t="54128" x="9388475" y="1939925"/>
          <p14:tracePt t="54139" x="9363075" y="1952625"/>
          <p14:tracePt t="54144" x="9312275" y="1952625"/>
          <p14:tracePt t="54156" x="9212263" y="1978025"/>
          <p14:tracePt t="54160" x="9075738" y="2014538"/>
          <p14:tracePt t="54167" x="8924925" y="2027238"/>
          <p14:tracePt t="54175" x="8774113" y="2027238"/>
          <p14:tracePt t="54183" x="8650288" y="2027238"/>
          <p14:tracePt t="54191" x="8524875" y="2027238"/>
          <p14:tracePt t="54200" x="8448675" y="2027238"/>
          <p14:tracePt t="54207" x="8374063" y="2027238"/>
          <p14:tracePt t="54215" x="8335963" y="2027238"/>
          <p14:tracePt t="54231" x="8324850" y="2027238"/>
          <p14:tracePt t="54375" x="8312150" y="2027238"/>
          <p14:tracePt t="54383" x="8299450" y="2027238"/>
          <p14:tracePt t="54398" x="8299450" y="2014538"/>
          <p14:tracePt t="54414" x="8299450" y="2001838"/>
          <p14:tracePt t="54423" x="8299450" y="1989138"/>
          <p14:tracePt t="54430" x="8324850" y="1978025"/>
          <p14:tracePt t="54439" x="8348663" y="1965325"/>
          <p14:tracePt t="54447" x="8361363" y="1965325"/>
          <p14:tracePt t="54456" x="8412163" y="1965325"/>
          <p14:tracePt t="54462" x="8486775" y="1965325"/>
          <p14:tracePt t="54472" x="8561388" y="1965325"/>
          <p14:tracePt t="54480" x="8637588" y="1965325"/>
          <p14:tracePt t="54492" x="8724900" y="1978025"/>
          <p14:tracePt t="54496" x="8812213" y="2001838"/>
          <p14:tracePt t="54504" x="8886825" y="2039938"/>
          <p14:tracePt t="54512" x="8937625" y="2078038"/>
          <p14:tracePt t="54520" x="8999538" y="2101850"/>
          <p14:tracePt t="54528" x="9037638" y="2139950"/>
          <p14:tracePt t="54538" x="9075738" y="2165350"/>
          <p14:tracePt t="54544" x="9088438" y="2201863"/>
          <p14:tracePt t="54555" x="9088438" y="2227263"/>
          <p14:tracePt t="54568" x="9088438" y="2252663"/>
          <p14:tracePt t="54576" x="9088438" y="2265363"/>
          <p14:tracePt t="54584" x="9075738" y="2278063"/>
          <p14:tracePt t="54591" x="9050338" y="2278063"/>
          <p14:tracePt t="54599" x="8975725" y="2290763"/>
          <p14:tracePt t="54608" x="8837613" y="2290763"/>
          <p14:tracePt t="54616" x="8674100" y="2303463"/>
          <p14:tracePt t="54624" x="8474075" y="2303463"/>
          <p14:tracePt t="54632" x="8199438" y="2303463"/>
          <p14:tracePt t="54639" x="7823200" y="2303463"/>
          <p14:tracePt t="54648" x="7385050" y="2303463"/>
          <p14:tracePt t="54656" x="6834188" y="2303463"/>
          <p14:tracePt t="54664" x="6259513" y="2303463"/>
          <p14:tracePt t="54671" x="5757863" y="2303463"/>
          <p14:tracePt t="54680" x="5281613" y="2303463"/>
          <p14:tracePt t="54687" x="4906963" y="2303463"/>
          <p14:tracePt t="54696" x="4630738" y="2303463"/>
          <p14:tracePt t="54704" x="4481513" y="2303463"/>
          <p14:tracePt t="54712" x="4381500" y="2303463"/>
          <p14:tracePt t="54721" x="4305300" y="2303463"/>
          <p14:tracePt t="54728" x="4294188" y="2303463"/>
          <p14:tracePt t="54738" x="4281488" y="2303463"/>
          <p14:tracePt t="54744" x="4268788" y="2303463"/>
          <p14:tracePt t="54777" x="4256088" y="2303463"/>
          <p14:tracePt t="54786" x="4243388" y="2303463"/>
          <p14:tracePt t="54794" x="4205288" y="2303463"/>
          <p14:tracePt t="54804" x="4156075" y="2303463"/>
          <p14:tracePt t="54810" x="4081463" y="2303463"/>
          <p14:tracePt t="54822" x="4005263" y="2314575"/>
          <p14:tracePt t="54828" x="3943350" y="2327275"/>
          <p14:tracePt t="54837" x="3856038" y="2339975"/>
          <p14:tracePt t="54843" x="3792538" y="2339975"/>
          <p14:tracePt t="54854" x="3717925" y="2352675"/>
          <p14:tracePt t="54860" x="3667125" y="2352675"/>
          <p14:tracePt t="54870" x="3630613" y="2352675"/>
          <p14:tracePt t="54876" x="3617913" y="2352675"/>
          <p14:tracePt t="54975" x="3630613" y="2365375"/>
          <p14:tracePt t="54982" x="3692525" y="2378075"/>
          <p14:tracePt t="54991" x="3792538" y="2414588"/>
          <p14:tracePt t="54998" x="3930650" y="2427288"/>
          <p14:tracePt t="55006" x="4092575" y="2439988"/>
          <p14:tracePt t="55014" x="4281488" y="2439988"/>
          <p14:tracePt t="55022" x="4506913" y="2452688"/>
          <p14:tracePt t="55030" x="4743450" y="2452688"/>
          <p14:tracePt t="55040" x="5019675" y="2452688"/>
          <p14:tracePt t="55046" x="5307013" y="2465388"/>
          <p14:tracePt t="55057" x="5545138" y="2465388"/>
          <p14:tracePt t="55062" x="5783263" y="2465388"/>
          <p14:tracePt t="55072" x="5995988" y="2465388"/>
          <p14:tracePt t="55078" x="6170613" y="2465388"/>
          <p14:tracePt t="55089" x="6334125" y="2465388"/>
          <p14:tracePt t="55094" x="6508750" y="2465388"/>
          <p14:tracePt t="55108" x="6672263" y="2465388"/>
          <p14:tracePt t="55111" x="6821488" y="2465388"/>
          <p14:tracePt t="55119" x="6946900" y="2465388"/>
          <p14:tracePt t="55126" x="7046913" y="2465388"/>
          <p14:tracePt t="55135" x="7134225" y="2465388"/>
          <p14:tracePt t="55143" x="7185025" y="2465388"/>
          <p14:tracePt t="55150" x="7223125" y="2465388"/>
          <p14:tracePt t="55157" x="7246938" y="2465388"/>
          <p14:tracePt t="55165" x="7272338" y="2465388"/>
          <p14:tracePt t="55173" x="7323138" y="2452688"/>
          <p14:tracePt t="55181" x="7372350" y="2427288"/>
          <p14:tracePt t="55189" x="7448550" y="2427288"/>
          <p14:tracePt t="55204" x="7510463" y="2427288"/>
          <p14:tracePt t="55208" x="7597775" y="2427288"/>
          <p14:tracePt t="55215" x="7710488" y="2427288"/>
          <p14:tracePt t="55224" x="7848600" y="2427288"/>
          <p14:tracePt t="55231" x="7986713" y="2427288"/>
          <p14:tracePt t="55239" x="8099425" y="2427288"/>
          <p14:tracePt t="55248" x="8199438" y="2427288"/>
          <p14:tracePt t="55255" x="8286750" y="2427288"/>
          <p14:tracePt t="55264" x="8348663" y="2427288"/>
          <p14:tracePt t="55271" x="8386763" y="2427288"/>
          <p14:tracePt t="55280" x="8412163" y="2427288"/>
          <p14:tracePt t="55288" x="8435975" y="2427288"/>
          <p14:tracePt t="55296" x="8461375" y="2427288"/>
          <p14:tracePt t="55311" x="8474075" y="2427288"/>
          <p14:tracePt t="55328" x="8486775" y="2427288"/>
          <p14:tracePt t="55344" x="8512175" y="2427288"/>
          <p14:tracePt t="55357" x="8548688" y="2427288"/>
          <p14:tracePt t="55360" x="8574088" y="2427288"/>
          <p14:tracePt t="55372" x="8624888" y="2427288"/>
          <p14:tracePt t="55376" x="8686800" y="2427288"/>
          <p14:tracePt t="55385" x="8774113" y="2427288"/>
          <p14:tracePt t="55393" x="8863013" y="2427288"/>
          <p14:tracePt t="55400" x="8975725" y="2427288"/>
          <p14:tracePt t="55408" x="9088438" y="2427288"/>
          <p14:tracePt t="55416" x="9212263" y="2427288"/>
          <p14:tracePt t="55424" x="9312275" y="2427288"/>
          <p14:tracePt t="55431" x="9388475" y="2427288"/>
          <p14:tracePt t="55439" x="9463088" y="2427288"/>
          <p14:tracePt t="55447" x="9525000" y="2427288"/>
          <p14:tracePt t="55455" x="9575800" y="2427288"/>
          <p14:tracePt t="55463" x="9601200" y="2427288"/>
          <p14:tracePt t="55471" x="9613900" y="2414588"/>
          <p14:tracePt t="55479" x="9626600" y="2403475"/>
          <p14:tracePt t="55503" x="9637713" y="2390775"/>
          <p14:tracePt t="55520" x="9650413" y="2378075"/>
          <p14:tracePt t="55537" x="9663113" y="2365375"/>
          <p14:tracePt t="55544" x="9675813" y="2352675"/>
          <p14:tracePt t="55569" x="9688513" y="2352675"/>
          <p14:tracePt t="55639" x="9675813" y="2352675"/>
          <p14:tracePt t="55647" x="9637713" y="2352675"/>
          <p14:tracePt t="55655" x="9563100" y="2365375"/>
          <p14:tracePt t="55663" x="9463088" y="2378075"/>
          <p14:tracePt t="55671" x="9324975" y="2390775"/>
          <p14:tracePt t="55679" x="9163050" y="2403475"/>
          <p14:tracePt t="55688" x="8950325" y="2414588"/>
          <p14:tracePt t="55697" x="8699500" y="2427288"/>
          <p14:tracePt t="55704" x="8386763" y="2452688"/>
          <p14:tracePt t="55712" x="8086725" y="2452688"/>
          <p14:tracePt t="55722" x="7810500" y="2452688"/>
          <p14:tracePt t="55728" x="7623175" y="2452688"/>
          <p14:tracePt t="55739" x="7459663" y="2452688"/>
          <p14:tracePt t="55744" x="7348538" y="2452688"/>
          <p14:tracePt t="55755" x="7272338" y="2452688"/>
          <p14:tracePt t="55760" x="7259638" y="2452688"/>
          <p14:tracePt t="55842" x="7246938" y="2452688"/>
          <p14:tracePt t="55866" x="7235825" y="2452688"/>
          <p14:tracePt t="55890" x="7223125" y="2452688"/>
          <p14:tracePt t="57563" x="7246938" y="2452688"/>
          <p14:tracePt t="57571" x="7285038" y="2439988"/>
          <p14:tracePt t="57579" x="7359650" y="2403475"/>
          <p14:tracePt t="57587" x="7410450" y="2365375"/>
          <p14:tracePt t="57595" x="7423150" y="2339975"/>
          <p14:tracePt t="57607" x="7435850" y="2314575"/>
          <p14:tracePt t="57611" x="7435850" y="2303463"/>
          <p14:tracePt t="57619" x="7448550" y="2265363"/>
          <p14:tracePt t="57627" x="7448550" y="2227263"/>
          <p14:tracePt t="57634" x="7459663" y="2201863"/>
          <p14:tracePt t="57643" x="7485063" y="2165350"/>
          <p14:tracePt t="57649" x="7510463" y="2101850"/>
          <p14:tracePt t="57657" x="7510463" y="2052638"/>
          <p14:tracePt t="57666" x="7510463" y="2001838"/>
          <p14:tracePt t="57673" x="7523163" y="1965325"/>
          <p14:tracePt t="57682" x="7535863" y="1939925"/>
          <p14:tracePt t="57689" x="7535863" y="1927225"/>
          <p14:tracePt t="57697" x="7535863" y="1914525"/>
          <p14:tracePt t="57705" x="7535863" y="1889125"/>
          <p14:tracePt t="57713" x="7535863" y="1876425"/>
          <p14:tracePt t="57722" x="7548563" y="1865313"/>
          <p14:tracePt t="57729" x="7548563" y="1852613"/>
          <p14:tracePt t="57738" x="7572375" y="1814513"/>
          <p14:tracePt t="57746" x="7597775" y="1776413"/>
          <p14:tracePt t="57754" x="7635875" y="1701800"/>
          <p14:tracePt t="57762" x="7673975" y="1627188"/>
          <p14:tracePt t="57771" x="7723188" y="1552575"/>
          <p14:tracePt t="57778" x="7773988" y="1489075"/>
          <p14:tracePt t="57787" x="7810500" y="1427163"/>
          <p14:tracePt t="57794" x="7848600" y="1363663"/>
          <p14:tracePt t="57803" x="7886700" y="1301750"/>
          <p14:tracePt t="57809" x="7910513" y="1263650"/>
          <p14:tracePt t="57818" x="7935913" y="1214438"/>
          <p14:tracePt t="57825" x="7961313" y="1189038"/>
          <p14:tracePt t="57834" x="7986713" y="1163638"/>
          <p14:tracePt t="57842" x="7999413" y="1138238"/>
          <p14:tracePt t="57850" x="8010525" y="1125538"/>
          <p14:tracePt t="57857" x="8035925" y="1114425"/>
          <p14:tracePt t="57872" x="8048625" y="1101725"/>
          <p14:tracePt t="57874" x="8074025" y="1089025"/>
          <p14:tracePt t="57882" x="8086725" y="1089025"/>
          <p14:tracePt t="57889" x="8123238" y="1076325"/>
          <p14:tracePt t="57898" x="8186738" y="1050925"/>
          <p14:tracePt t="57905" x="8235950" y="1014413"/>
          <p14:tracePt t="57914" x="8312150" y="989013"/>
          <p14:tracePt t="57922" x="8374063" y="950913"/>
          <p14:tracePt t="57929" x="8448675" y="912813"/>
          <p14:tracePt t="57938" x="8524875" y="863600"/>
          <p14:tracePt t="57948" x="8574088" y="825500"/>
          <p14:tracePt t="57956" x="8650288" y="763588"/>
          <p14:tracePt t="57964" x="8699500" y="712788"/>
          <p14:tracePt t="57972" x="8724900" y="688975"/>
          <p14:tracePt t="57979" x="8737600" y="663575"/>
          <p14:tracePt t="58086" x="8737600" y="650875"/>
          <p14:tracePt t="58094" x="8737600" y="638175"/>
          <p14:tracePt t="58104" x="8737600" y="625475"/>
          <p14:tracePt t="58110" x="8737600" y="612775"/>
          <p14:tracePt t="58144" x="8737600" y="600075"/>
          <p14:tracePt t="58160" x="8737600" y="588963"/>
          <p14:tracePt t="58213" x="8724900" y="576263"/>
          <p14:tracePt t="58220" x="8686800" y="563563"/>
          <p14:tracePt t="64922" x="8061325" y="663575"/>
          <p14:tracePt t="64931" x="7974013" y="788988"/>
          <p14:tracePt t="64937" x="7886700" y="925513"/>
          <p14:tracePt t="64946" x="7797800" y="1063625"/>
          <p14:tracePt t="64955" x="7685088" y="1189038"/>
          <p14:tracePt t="64962" x="7548563" y="1339850"/>
          <p14:tracePt t="64974" x="7397750" y="1527175"/>
          <p14:tracePt t="64979" x="7210425" y="1765300"/>
          <p14:tracePt t="64989" x="6959600" y="2052638"/>
          <p14:tracePt t="64997" x="6659563" y="2378075"/>
          <p14:tracePt t="65006" x="6334125" y="2703513"/>
          <p14:tracePt t="65012" x="6008688" y="3041650"/>
          <p14:tracePt t="65023" x="5670550" y="3367088"/>
          <p14:tracePt t="65028" x="5357813" y="3667125"/>
          <p14:tracePt t="65040" x="5057775" y="3941763"/>
          <p14:tracePt t="65044" x="4832350" y="4167188"/>
          <p14:tracePt t="65056" x="4656138" y="4318000"/>
          <p14:tracePt t="65059" x="4494213" y="4454525"/>
          <p14:tracePt t="65070" x="4318000" y="4605338"/>
          <p14:tracePt t="65075" x="4156075" y="4743450"/>
          <p14:tracePt t="65083" x="3968750" y="4905375"/>
          <p14:tracePt t="65091" x="3817938" y="5056188"/>
          <p14:tracePt t="65099" x="3643313" y="5181600"/>
          <p14:tracePt t="65108" x="3517900" y="5281613"/>
          <p14:tracePt t="65115" x="3405188" y="5356225"/>
          <p14:tracePt t="65123" x="3305175" y="5418138"/>
          <p14:tracePt t="65131" x="3228975" y="5468938"/>
          <p14:tracePt t="65139" x="3179763" y="5507038"/>
          <p14:tracePt t="65147" x="3154363" y="5530850"/>
          <p14:tracePt t="65156" x="3141663" y="5543550"/>
          <p14:tracePt t="65172" x="3128963" y="5543550"/>
          <p14:tracePt t="65203" x="3116263" y="5556250"/>
          <p14:tracePt t="65219" x="3092450" y="5568950"/>
          <p14:tracePt t="65228" x="3079750" y="5568950"/>
          <p14:tracePt t="65236" x="3067050" y="5581650"/>
          <p14:tracePt t="65243" x="3041650" y="5594350"/>
          <p14:tracePt t="65544" x="3041650" y="5581650"/>
          <p14:tracePt t="65559" x="3054350" y="5568950"/>
          <p14:tracePt t="65566" x="3054350" y="5543550"/>
          <p14:tracePt t="65574" x="3054350" y="5518150"/>
          <p14:tracePt t="65581" x="3067050" y="5468938"/>
          <p14:tracePt t="65590" x="3079750" y="5394325"/>
          <p14:tracePt t="65598" x="3092450" y="5330825"/>
          <p14:tracePt t="65606" x="3092450" y="5281613"/>
          <p14:tracePt t="65614" x="3103563" y="5243513"/>
          <p14:tracePt t="65622" x="3103563" y="5218113"/>
          <p14:tracePt t="65630" x="3103563" y="5205413"/>
          <p14:tracePt t="65637" x="3103563" y="5194300"/>
          <p14:tracePt t="65646" x="3116263" y="5194300"/>
          <p14:tracePt t="65670" x="3116263" y="5181600"/>
          <p14:tracePt t="65677" x="3116263" y="5168900"/>
          <p14:tracePt t="65688" x="3116263" y="5156200"/>
          <p14:tracePt t="65693" x="3116263" y="5130800"/>
          <p14:tracePt t="65704" x="3116263" y="5118100"/>
          <p14:tracePt t="65709" x="3116263" y="5092700"/>
          <p14:tracePt t="65718" x="3116263" y="5081588"/>
          <p14:tracePt t="65726" x="3116263" y="5068888"/>
          <p14:tracePt t="65734" x="3116263" y="5030788"/>
          <p14:tracePt t="65742" x="3116263" y="4992688"/>
          <p14:tracePt t="65750" x="3116263" y="4968875"/>
          <p14:tracePt t="65758" x="3116263" y="4943475"/>
          <p14:tracePt t="65765" x="3116263" y="4930775"/>
          <p14:tracePt t="65774" x="3116263" y="4905375"/>
          <p14:tracePt t="65782" x="3116263" y="4879975"/>
          <p14:tracePt t="65790" x="3116263" y="4868863"/>
          <p14:tracePt t="65805" x="3116263" y="4856163"/>
          <p14:tracePt t="69745" x="3154363" y="4856163"/>
          <p14:tracePt t="69754" x="3241675" y="4830763"/>
          <p14:tracePt t="69761" x="3392488" y="4805363"/>
          <p14:tracePt t="69768" x="3530600" y="4792663"/>
          <p14:tracePt t="69777" x="3643313" y="4779963"/>
          <p14:tracePt t="69785" x="3743325" y="4779963"/>
          <p14:tracePt t="69792" x="3843338" y="4779963"/>
          <p14:tracePt t="69800" x="3917950" y="4779963"/>
          <p14:tracePt t="69808" x="3968750" y="4779963"/>
          <p14:tracePt t="69815" x="3992563" y="4779963"/>
          <p14:tracePt t="69824" x="4005263" y="4779963"/>
          <p14:tracePt t="69832" x="4017963" y="4779963"/>
          <p14:tracePt t="69840" x="4030663" y="4779963"/>
          <p14:tracePt t="69857" x="4056063" y="4779963"/>
          <p14:tracePt t="69866" x="4092575" y="4779963"/>
          <p14:tracePt t="69874" x="4156075" y="4779963"/>
          <p14:tracePt t="69883" x="4256088" y="4779963"/>
          <p14:tracePt t="69891" x="4394200" y="4779963"/>
          <p14:tracePt t="69899" x="4518025" y="4779963"/>
          <p14:tracePt t="69907" x="4656138" y="4779963"/>
          <p14:tracePt t="69915" x="4794250" y="4779963"/>
          <p14:tracePt t="69923" x="4894263" y="4779963"/>
          <p14:tracePt t="69931" x="4994275" y="4779963"/>
          <p14:tracePt t="69939" x="5094288" y="4779963"/>
          <p14:tracePt t="69948" x="5157788" y="4779963"/>
          <p14:tracePt t="69956" x="5207000" y="4779963"/>
          <p14:tracePt t="69964" x="5245100" y="4779963"/>
          <p14:tracePt t="69972" x="5270500" y="4779963"/>
          <p14:tracePt t="69979" x="5294313" y="4779963"/>
          <p14:tracePt t="69987" x="5319713" y="4779963"/>
          <p14:tracePt t="69996" x="5345113" y="4779963"/>
          <p14:tracePt t="70004" x="5370513" y="4779963"/>
          <p14:tracePt t="70012" x="5383213" y="4779963"/>
          <p14:tracePt t="70024" x="5407025" y="4779963"/>
          <p14:tracePt t="70028" x="5419725" y="4779963"/>
          <p14:tracePt t="70043" x="5445125" y="4779963"/>
          <p14:tracePt t="70055" x="5470525" y="4779963"/>
          <p14:tracePt t="70060" x="5507038" y="4779963"/>
          <p14:tracePt t="70068" x="5570538" y="4779963"/>
          <p14:tracePt t="70076" x="5657850" y="4756150"/>
          <p14:tracePt t="70084" x="5745163" y="4743450"/>
          <p14:tracePt t="70091" x="5832475" y="4718050"/>
          <p14:tracePt t="70100" x="5921375" y="4705350"/>
          <p14:tracePt t="70108" x="5995988" y="4705350"/>
          <p14:tracePt t="70116" x="6070600" y="4705350"/>
          <p14:tracePt t="70123" x="6121400" y="4705350"/>
          <p14:tracePt t="70132" x="6134100" y="4692650"/>
          <p14:tracePt t="70140" x="6146800" y="4692650"/>
          <p14:tracePt t="70148" x="6157913" y="4692650"/>
          <p14:tracePt t="70193" x="6170613" y="4692650"/>
          <p14:tracePt t="70200" x="6208713" y="4692650"/>
          <p14:tracePt t="70209" x="6234113" y="4692650"/>
          <p14:tracePt t="70216" x="6246813" y="4692650"/>
          <p14:tracePt t="70225" x="6270625" y="4679950"/>
          <p14:tracePt t="70232" x="6283325" y="4679950"/>
          <p14:tracePt t="70242" x="6321425" y="4679950"/>
          <p14:tracePt t="70248" x="6346825" y="4679950"/>
          <p14:tracePt t="70257" x="6359525" y="4679950"/>
          <p14:tracePt t="70264" x="6370638" y="4679950"/>
          <p14:tracePt t="70274" x="6396038" y="4679950"/>
          <p14:tracePt t="70280" x="6421438" y="4679950"/>
          <p14:tracePt t="70290" x="6446838" y="4679950"/>
          <p14:tracePt t="70296" x="6459538" y="4679950"/>
          <p14:tracePt t="70306" x="6472238" y="4679950"/>
          <p14:tracePt t="70323" x="6483350" y="4679950"/>
          <p14:tracePt t="70375" x="6496050" y="4679950"/>
          <p14:tracePt t="70382" x="6508750" y="4679950"/>
          <p14:tracePt t="70390" x="6521450" y="4679950"/>
          <p14:tracePt t="70398" x="6534150" y="4679950"/>
          <p14:tracePt t="70406" x="6546850" y="4679950"/>
          <p14:tracePt t="70422" x="6572250" y="4679950"/>
          <p14:tracePt t="70430" x="6584950" y="4679950"/>
          <p14:tracePt t="70441" x="6596063" y="4679950"/>
          <p14:tracePt t="70446" x="6608763" y="4679950"/>
          <p14:tracePt t="70456" x="6621463" y="4679950"/>
          <p14:tracePt t="70470" x="6646863" y="4679950"/>
          <p14:tracePt t="70477" x="6672263" y="4679950"/>
          <p14:tracePt t="70487" x="6684963" y="4679950"/>
          <p14:tracePt t="70504" x="6696075" y="4679950"/>
          <p14:tracePt t="70509" x="6708775" y="4679950"/>
          <p14:tracePt t="70518" x="6721475" y="4679950"/>
          <p14:tracePt t="70525" x="6734175" y="4679950"/>
          <p14:tracePt t="70534" x="6746875" y="4679950"/>
          <p14:tracePt t="70542" x="6772275" y="4679950"/>
          <p14:tracePt t="70550" x="6784975" y="4667250"/>
          <p14:tracePt t="70558" x="6797675" y="4667250"/>
          <p14:tracePt t="70574" x="6808788" y="4656138"/>
          <p14:tracePt t="70598" x="6821488" y="4656138"/>
          <p14:tracePt t="70661" x="6834188" y="4656138"/>
          <p14:tracePt t="70689" x="6846888" y="4656138"/>
          <p14:tracePt t="70958" x="6859588" y="4656138"/>
          <p14:tracePt t="71049" x="6872288" y="4656138"/>
          <p14:tracePt t="71082" x="6884988" y="4656138"/>
          <p14:tracePt t="71091" x="6897688" y="4656138"/>
          <p14:tracePt t="71098" x="6910388" y="4656138"/>
          <p14:tracePt t="71114" x="6921500" y="4656138"/>
          <p14:tracePt t="71130" x="6934200" y="4656138"/>
          <p14:tracePt t="71513" x="6934200" y="4667250"/>
          <p14:tracePt t="71528" x="6921500" y="4667250"/>
          <p14:tracePt t="71536" x="6910388" y="4667250"/>
          <p14:tracePt t="71544" x="6884988" y="4667250"/>
          <p14:tracePt t="71555" x="6872288" y="4667250"/>
          <p14:tracePt t="71560" x="6859588" y="4679950"/>
          <p14:tracePt t="71568" x="6821488" y="4679950"/>
          <p14:tracePt t="71576" x="6759575" y="4692650"/>
          <p14:tracePt t="71584" x="6684963" y="4692650"/>
          <p14:tracePt t="71592" x="6608763" y="4692650"/>
          <p14:tracePt t="71600" x="6508750" y="4692650"/>
          <p14:tracePt t="71608" x="6383338" y="4692650"/>
          <p14:tracePt t="71615" x="6234113" y="4692650"/>
          <p14:tracePt t="71624" x="6070600" y="4692650"/>
          <p14:tracePt t="71632" x="5895975" y="4692650"/>
          <p14:tracePt t="71640" x="5670550" y="4692650"/>
          <p14:tracePt t="71647" x="5319713" y="4692650"/>
          <p14:tracePt t="71655" x="5006975" y="4705350"/>
          <p14:tracePt t="71664" x="4706938" y="4705350"/>
          <p14:tracePt t="71672" x="4394200" y="4705350"/>
          <p14:tracePt t="71680" x="4105275" y="4730750"/>
          <p14:tracePt t="71688" x="3830638" y="4743450"/>
          <p14:tracePt t="71696" x="3667125" y="4756150"/>
          <p14:tracePt t="71704" x="3517900" y="4768850"/>
          <p14:tracePt t="71712" x="3392488" y="4779963"/>
          <p14:tracePt t="71721" x="3305175" y="4792663"/>
          <p14:tracePt t="71728" x="3254375" y="4805363"/>
          <p14:tracePt t="71738" x="3228975" y="4818063"/>
          <p14:tracePt t="71743" x="3205163" y="4818063"/>
          <p14:tracePt t="71754" x="3179763" y="4818063"/>
          <p14:tracePt t="71760" x="3154363" y="4830763"/>
          <p14:tracePt t="71768" x="3128963" y="4830763"/>
          <p14:tracePt t="71776" x="3103563" y="4868863"/>
          <p14:tracePt t="71784" x="3067050" y="4879975"/>
          <p14:tracePt t="71792" x="3041650" y="4905375"/>
          <p14:tracePt t="71800" x="3003550" y="4918075"/>
          <p14:tracePt t="71808" x="2941638" y="4943475"/>
          <p14:tracePt t="71816" x="2867025" y="4956175"/>
          <p14:tracePt t="71824" x="2790825" y="4968875"/>
          <p14:tracePt t="71832" x="2741613" y="4981575"/>
          <p14:tracePt t="71840" x="2678113" y="5005388"/>
          <p14:tracePt t="71848" x="2641600" y="5005388"/>
          <p14:tracePt t="71856" x="2616200" y="5030788"/>
          <p14:tracePt t="71864" x="2590800" y="5030788"/>
          <p14:tracePt t="71880" x="2578100" y="5043488"/>
          <p14:tracePt t="72683" x="2590800" y="5056188"/>
          <p14:tracePt t="72690" x="2603500" y="5068888"/>
          <p14:tracePt t="72698" x="2628900" y="5068888"/>
          <p14:tracePt t="72707" x="2654300" y="5068888"/>
          <p14:tracePt t="72714" x="2678113" y="5068888"/>
          <p14:tracePt t="72723" x="2716213" y="5068888"/>
          <p14:tracePt t="72730" x="2741613" y="5068888"/>
          <p14:tracePt t="72739" x="2778125" y="5068888"/>
          <p14:tracePt t="72746" x="2803525" y="5068888"/>
          <p14:tracePt t="72757" x="2816225" y="5068888"/>
          <p14:tracePt t="72762" x="2828925" y="5056188"/>
          <p14:tracePt t="72770" x="2854325" y="5030788"/>
          <p14:tracePt t="72777" x="2867025" y="5018088"/>
          <p14:tracePt t="73169" x="2867025" y="5005388"/>
          <p14:tracePt t="74936" x="2879725" y="5005388"/>
          <p14:tracePt t="79274" x="2890838" y="4992688"/>
          <p14:tracePt t="79282" x="2903538" y="4981575"/>
          <p14:tracePt t="79291" x="2954338" y="4956175"/>
          <p14:tracePt t="79298" x="3003550" y="4930775"/>
          <p14:tracePt t="79307" x="3067050" y="4892675"/>
          <p14:tracePt t="79314" x="3128963" y="4856163"/>
          <p14:tracePt t="79324" x="3205163" y="4818063"/>
          <p14:tracePt t="79330" x="3279775" y="4768850"/>
          <p14:tracePt t="79341" x="3379788" y="4692650"/>
          <p14:tracePt t="79346" x="3505200" y="4592638"/>
          <p14:tracePt t="79357" x="3667125" y="4492625"/>
          <p14:tracePt t="79362" x="3905250" y="4318000"/>
          <p14:tracePt t="79372" x="4192588" y="4117975"/>
          <p14:tracePt t="79379" x="4530725" y="3892550"/>
          <p14:tracePt t="79390" x="4832350" y="3679825"/>
          <p14:tracePt t="79394" x="5145088" y="3479800"/>
          <p14:tracePt t="79406" x="5445125" y="3278188"/>
          <p14:tracePt t="79411" x="5683250" y="3103563"/>
          <p14:tracePt t="79419" x="5857875" y="2978150"/>
          <p14:tracePt t="79426" x="5983288" y="2903538"/>
          <p14:tracePt t="79434" x="6083300" y="2816225"/>
          <p14:tracePt t="79442" x="6157913" y="2740025"/>
          <p14:tracePt t="79449" x="6208713" y="2665413"/>
          <p14:tracePt t="79458" x="6259513" y="2590800"/>
          <p14:tracePt t="79466" x="6321425" y="2516188"/>
          <p14:tracePt t="79474" x="6383338" y="2439988"/>
          <p14:tracePt t="79482" x="6446838" y="2365375"/>
          <p14:tracePt t="79491" x="6521450" y="2290763"/>
          <p14:tracePt t="79498" x="6572250" y="2201863"/>
          <p14:tracePt t="79506" x="6608763" y="2152650"/>
          <p14:tracePt t="79514" x="6659563" y="2078038"/>
          <p14:tracePt t="79522" x="6708775" y="2001838"/>
          <p14:tracePt t="79530" x="6759575" y="1927225"/>
          <p14:tracePt t="79538" x="6797675" y="1852613"/>
          <p14:tracePt t="79545" x="6859588" y="1776413"/>
          <p14:tracePt t="79554" x="6934200" y="1689100"/>
          <p14:tracePt t="79561" x="6997700" y="1614488"/>
          <p14:tracePt t="79571" x="7059613" y="1552575"/>
          <p14:tracePt t="79578" x="7134225" y="1476375"/>
          <p14:tracePt t="79588" x="7197725" y="1414463"/>
          <p14:tracePt t="79594" x="7246938" y="1363663"/>
          <p14:tracePt t="79604" x="7272338" y="1289050"/>
          <p14:tracePt t="79610" x="7297738" y="1227138"/>
          <p14:tracePt t="79622" x="7323138" y="1189038"/>
          <p14:tracePt t="79628" x="7348538" y="1150938"/>
          <p14:tracePt t="79637" x="7372350" y="1125538"/>
          <p14:tracePt t="79644" x="7385050" y="1101725"/>
          <p14:tracePt t="79654" x="7423150" y="1076325"/>
          <p14:tracePt t="79660" x="7448550" y="1050925"/>
          <p14:tracePt t="79668" x="7472363" y="1038225"/>
          <p14:tracePt t="79676" x="7497763" y="1014413"/>
          <p14:tracePt t="79684" x="7535863" y="1001713"/>
          <p14:tracePt t="79692" x="7561263" y="976313"/>
          <p14:tracePt t="79700" x="7572375" y="963613"/>
          <p14:tracePt t="79708" x="7597775" y="938213"/>
          <p14:tracePt t="79715" x="7610475" y="912813"/>
          <p14:tracePt t="79724" x="7635875" y="901700"/>
          <p14:tracePt t="79731" x="7661275" y="901700"/>
          <p14:tracePt t="79739" x="7685088" y="863600"/>
          <p14:tracePt t="79747" x="7697788" y="863600"/>
          <p14:tracePt t="79756" x="7735888" y="838200"/>
          <p14:tracePt t="79763" x="7761288" y="825500"/>
          <p14:tracePt t="79771" x="7773988" y="825500"/>
          <p14:tracePt t="79780" x="7785100" y="801688"/>
          <p14:tracePt t="79788" x="7797800" y="801688"/>
          <p14:tracePt t="79795" x="7823200" y="788988"/>
          <p14:tracePt t="79803" x="7835900" y="763588"/>
          <p14:tracePt t="79811" x="7861300" y="763588"/>
          <p14:tracePt t="79819" x="7886700" y="738188"/>
          <p14:tracePt t="79827" x="7923213" y="725488"/>
          <p14:tracePt t="79836" x="7948613" y="712788"/>
          <p14:tracePt t="79843" x="7974013" y="700088"/>
          <p14:tracePt t="79853" x="7986713" y="700088"/>
          <p14:tracePt t="79859" x="8023225" y="700088"/>
          <p14:tracePt t="79867" x="8035925" y="700088"/>
          <p14:tracePt t="79875" x="8048625" y="688975"/>
          <p14:tracePt t="79883" x="8061325" y="688975"/>
          <p14:tracePt t="79891" x="8099425" y="676275"/>
          <p14:tracePt t="79899" x="8123238" y="663575"/>
          <p14:tracePt t="79908" x="8135938" y="663575"/>
          <p14:tracePt t="79915" x="8161338" y="663575"/>
          <p14:tracePt t="79923" x="8186738" y="663575"/>
          <p14:tracePt t="79931" x="8223250" y="663575"/>
          <p14:tracePt t="79942" x="8235950" y="650875"/>
          <p14:tracePt t="79977" x="8248650" y="650875"/>
          <p14:tracePt t="79991" x="8248650" y="638175"/>
          <p14:tracePt t="79998" x="8261350" y="638175"/>
          <p14:tracePt t="80006" x="8274050" y="638175"/>
          <p14:tracePt t="80014" x="8286750" y="638175"/>
          <p14:tracePt t="80022" x="8299450" y="638175"/>
          <p14:tracePt t="80030" x="8324850" y="638175"/>
          <p14:tracePt t="80046" x="8335963" y="638175"/>
          <p14:tracePt t="80055" x="8348663" y="625475"/>
          <p14:tracePt t="80062" x="8361363" y="625475"/>
          <p14:tracePt t="80078" x="8374063" y="612775"/>
          <p14:tracePt t="80094" x="8386763" y="600075"/>
          <p14:tracePt t="80110" x="8399463" y="600075"/>
          <p14:tracePt t="80118" x="8399463" y="588963"/>
          <p14:tracePt t="80162" x="8412163" y="588963"/>
          <p14:tracePt t="80197" x="8424863" y="588963"/>
          <p14:tracePt t="80203" x="8424863" y="576263"/>
          <p14:tracePt t="80244" x="8435975" y="576263"/>
          <p14:tracePt t="80253" x="8435975" y="563563"/>
          <p14:tracePt t="80286" x="8448675" y="563563"/>
          <p14:tracePt t="93495" x="8286750" y="650875"/>
          <p14:tracePt t="93504" x="8199438" y="738188"/>
          <p14:tracePt t="93511" x="8110538" y="838200"/>
          <p14:tracePt t="93518" x="8035925" y="950913"/>
          <p14:tracePt t="93526" x="7974013" y="1050925"/>
          <p14:tracePt t="93533" x="7886700" y="1176338"/>
          <p14:tracePt t="93541" x="7797800" y="1314450"/>
          <p14:tracePt t="93549" x="7710488" y="1476375"/>
          <p14:tracePt t="93557" x="7610475" y="1614488"/>
          <p14:tracePt t="93568" x="7535863" y="1776413"/>
          <p14:tracePt t="93576" x="7423150" y="1939925"/>
          <p14:tracePt t="93583" x="7359650" y="2078038"/>
          <p14:tracePt t="93591" x="7285038" y="2201863"/>
          <p14:tracePt t="93599" x="7210425" y="2339975"/>
          <p14:tracePt t="93607" x="7146925" y="2503488"/>
          <p14:tracePt t="93616" x="7072313" y="2640013"/>
          <p14:tracePt t="93624" x="7034213" y="2765425"/>
          <p14:tracePt t="93632" x="6997700" y="2878138"/>
          <p14:tracePt t="93640" x="6959600" y="2965450"/>
          <p14:tracePt t="93648" x="6921500" y="3065463"/>
          <p14:tracePt t="93656" x="6884988" y="3128963"/>
          <p14:tracePt t="93663" x="6859588" y="3178175"/>
          <p14:tracePt t="93672" x="6834188" y="3203575"/>
          <p14:tracePt t="93680" x="6821488" y="3228975"/>
          <p14:tracePt t="93687" x="6808788" y="3254375"/>
          <p14:tracePt t="93696" x="6808788" y="3267075"/>
          <p14:tracePt t="93703" x="6808788" y="3278188"/>
          <p14:tracePt t="93712" x="6808788" y="3290888"/>
          <p14:tracePt t="93721" x="6797675" y="3290888"/>
          <p14:tracePt t="93727" x="6797675" y="3303588"/>
          <p14:tracePt t="93744" x="6784975" y="3303588"/>
          <p14:tracePt t="96515" x="6797675" y="3303588"/>
          <p14:tracePt t="96523" x="6834188" y="3290888"/>
          <p14:tracePt t="96530" x="6897688" y="3254375"/>
          <p14:tracePt t="96539" x="6946900" y="3241675"/>
          <p14:tracePt t="96546" x="6972300" y="3216275"/>
          <p14:tracePt t="96557" x="7010400" y="3203575"/>
          <p14:tracePt t="96562" x="7021513" y="3190875"/>
          <p14:tracePt t="96573" x="7034213" y="3178175"/>
          <p14:tracePt t="96578" x="7046913" y="3165475"/>
          <p14:tracePt t="96589" x="7059613" y="3154363"/>
          <p14:tracePt t="96594" x="7085013" y="3154363"/>
          <p14:tracePt t="96607" x="7097713" y="3128963"/>
          <p14:tracePt t="96611" x="7110413" y="3128963"/>
          <p14:tracePt t="96619" x="7146925" y="3103563"/>
          <p14:tracePt t="96627" x="7159625" y="3090863"/>
          <p14:tracePt t="96635" x="7185025" y="3065463"/>
          <p14:tracePt t="96642" x="7246938" y="3028950"/>
          <p14:tracePt t="96649" x="7323138" y="2990850"/>
          <p14:tracePt t="96658" x="7385050" y="2928938"/>
          <p14:tracePt t="96666" x="7459663" y="2865438"/>
          <p14:tracePt t="96675" x="7548563" y="2803525"/>
          <p14:tracePt t="96682" x="7648575" y="2740025"/>
          <p14:tracePt t="96690" x="7723188" y="2665413"/>
          <p14:tracePt t="96697" x="7810500" y="2603500"/>
          <p14:tracePt t="96707" x="7886700" y="2540000"/>
          <p14:tracePt t="96714" x="7986713" y="2465388"/>
          <p14:tracePt t="96722" x="8061325" y="2390775"/>
          <p14:tracePt t="96730" x="8135938" y="2314575"/>
          <p14:tracePt t="96737" x="8199438" y="2227263"/>
          <p14:tracePt t="96747" x="8261350" y="2152650"/>
          <p14:tracePt t="96756" x="8312150" y="2078038"/>
          <p14:tracePt t="96764" x="8348663" y="2027238"/>
          <p14:tracePt t="96772" x="8386763" y="1965325"/>
          <p14:tracePt t="96779" x="8412163" y="1901825"/>
          <p14:tracePt t="96787" x="8448675" y="1827213"/>
          <p14:tracePt t="96796" x="8474075" y="1765300"/>
          <p14:tracePt t="96803" x="8499475" y="1676400"/>
          <p14:tracePt t="96811" x="8499475" y="1601788"/>
          <p14:tracePt t="96820" x="8512175" y="1527175"/>
          <p14:tracePt t="96828" x="8524875" y="1476375"/>
          <p14:tracePt t="96838" x="8537575" y="1450975"/>
          <p14:tracePt t="96844" x="8548688" y="1427163"/>
          <p14:tracePt t="96852" x="8548688" y="1414463"/>
          <p14:tracePt t="96860" x="8548688" y="1389063"/>
          <p14:tracePt t="96868" x="8561388" y="1376363"/>
          <p14:tracePt t="96875" x="8574088" y="1350963"/>
          <p14:tracePt t="96884" x="8574088" y="1327150"/>
          <p14:tracePt t="96891" x="8574088" y="1314450"/>
          <p14:tracePt t="96907" x="8574088" y="1289050"/>
          <p14:tracePt t="96916" x="8574088" y="1250950"/>
          <p14:tracePt t="96924" x="8586788" y="1227138"/>
          <p14:tracePt t="96940" x="8586788" y="1201738"/>
          <p14:tracePt t="96948" x="8599488" y="1176338"/>
          <p14:tracePt t="96956" x="8599488" y="1163638"/>
          <p14:tracePt t="96964" x="8612188" y="1125538"/>
          <p14:tracePt t="96972" x="8612188" y="1089025"/>
          <p14:tracePt t="96980" x="8612188" y="1038225"/>
          <p14:tracePt t="96987" x="8612188" y="989013"/>
          <p14:tracePt t="96995" x="8624888" y="950913"/>
          <p14:tracePt t="97004" x="8624888" y="925513"/>
          <p14:tracePt t="97022" x="8624888" y="901700"/>
          <p14:tracePt t="97028" x="8624888" y="889000"/>
          <p14:tracePt t="97038" x="8624888" y="863600"/>
          <p14:tracePt t="97044" x="8612188" y="838200"/>
          <p14:tracePt t="97056" x="8599488" y="825500"/>
          <p14:tracePt t="97060" x="8599488" y="801688"/>
          <p14:tracePt t="97068" x="8599488" y="788988"/>
          <p14:tracePt t="97084" x="8599488" y="776288"/>
          <p14:tracePt t="97091" x="8586788" y="750888"/>
          <p14:tracePt t="97100" x="8586788" y="738188"/>
          <p14:tracePt t="97108" x="8586788" y="725488"/>
          <p14:tracePt t="97116" x="8586788" y="712788"/>
          <p14:tracePt t="97123" x="8586788" y="700088"/>
          <p14:tracePt t="97132" x="8574088" y="700088"/>
          <p14:tracePt t="97140" x="8574088" y="688975"/>
          <p14:tracePt t="97147" x="8574088" y="676275"/>
          <p14:tracePt t="97171" x="8561388" y="663575"/>
          <p14:tracePt t="97225" x="8561388" y="650875"/>
          <p14:tracePt t="97248" x="8561388" y="638175"/>
          <p14:tracePt t="97273" x="8561388" y="625475"/>
          <p14:tracePt t="97313" x="8561388" y="612775"/>
          <p14:tracePt t="97337" x="8561388" y="600075"/>
          <p14:tracePt t="97345" x="8548688" y="600075"/>
          <p14:tracePt t="97353" x="8548688" y="588963"/>
          <p14:tracePt t="97361" x="8548688" y="576263"/>
          <p14:tracePt t="97377" x="8548688" y="563563"/>
          <p14:tracePt t="99287" x="8386763" y="563563"/>
          <p14:tracePt t="99294" x="8374063" y="588963"/>
          <p14:tracePt t="99303" x="8374063" y="612775"/>
          <p14:tracePt t="99310" x="8361363" y="625475"/>
          <p14:tracePt t="99319" x="8361363" y="638175"/>
          <p14:tracePt t="99326" x="8361363" y="663575"/>
          <p14:tracePt t="99335" x="8361363" y="700088"/>
          <p14:tracePt t="99343" x="8361363" y="725488"/>
          <p14:tracePt t="99350" x="8361363" y="776288"/>
          <p14:tracePt t="99359" x="8361363" y="825500"/>
          <p14:tracePt t="99366" x="8348663" y="889000"/>
          <p14:tracePt t="99374" x="8335963" y="950913"/>
          <p14:tracePt t="99381" x="8324850" y="1038225"/>
          <p14:tracePt t="99389" x="8312150" y="1125538"/>
          <p14:tracePt t="99397" x="8312150" y="1201738"/>
          <p14:tracePt t="99405" x="8312150" y="1289050"/>
          <p14:tracePt t="99413" x="8312150" y="1376363"/>
          <p14:tracePt t="99423" x="8312150" y="1439863"/>
          <p14:tracePt t="99432" x="8312150" y="1514475"/>
          <p14:tracePt t="99440" x="8324850" y="1576388"/>
          <p14:tracePt t="99448" x="8335963" y="1639888"/>
          <p14:tracePt t="99456" x="8335963" y="1689100"/>
          <p14:tracePt t="99463" x="8348663" y="1739900"/>
          <p14:tracePt t="99472" x="8348663" y="1789113"/>
          <p14:tracePt t="99480" x="8348663" y="1839913"/>
          <p14:tracePt t="99487" x="8348663" y="1876425"/>
          <p14:tracePt t="99495" x="8348663" y="1914525"/>
          <p14:tracePt t="99503" x="8348663" y="1952625"/>
          <p14:tracePt t="99511" x="8348663" y="1978025"/>
          <p14:tracePt t="99521" x="8348663" y="1989138"/>
          <p14:tracePt t="99528" x="8348663" y="2001838"/>
          <p14:tracePt t="99538" x="8348663" y="2039938"/>
          <p14:tracePt t="99544" x="8324850" y="2065338"/>
          <p14:tracePt t="99554" x="8312150" y="2078038"/>
          <p14:tracePt t="99560" x="8299450" y="2101850"/>
          <p14:tracePt t="99568" x="8274050" y="2139950"/>
          <p14:tracePt t="99576" x="8261350" y="2152650"/>
          <p14:tracePt t="99583" x="8261350" y="2165350"/>
          <p14:tracePt t="99592" x="8235950" y="2201863"/>
          <p14:tracePt t="99600" x="8223250" y="2227263"/>
          <p14:tracePt t="99607" x="8212138" y="2239963"/>
          <p14:tracePt t="99615" x="8186738" y="2265363"/>
          <p14:tracePt t="99623" x="8174038" y="2290763"/>
          <p14:tracePt t="99631" x="8174038" y="2303463"/>
          <p14:tracePt t="99640" x="8148638" y="2327275"/>
          <p14:tracePt t="99648" x="8135938" y="2339975"/>
          <p14:tracePt t="99655" x="8123238" y="2365375"/>
          <p14:tracePt t="99664" x="8110538" y="2403475"/>
          <p14:tracePt t="99671" x="8099425" y="2427288"/>
          <p14:tracePt t="99680" x="8099425" y="2439988"/>
          <p14:tracePt t="99687" x="8099425" y="2465388"/>
          <p14:tracePt t="99696" x="8099425" y="2503488"/>
          <p14:tracePt t="99704" x="8099425" y="2540000"/>
          <p14:tracePt t="99711" x="8086725" y="2590800"/>
          <p14:tracePt t="99720" x="8074025" y="2652713"/>
          <p14:tracePt t="99728" x="8061325" y="2703513"/>
          <p14:tracePt t="99737" x="8048625" y="2752725"/>
          <p14:tracePt t="99744" x="8048625" y="2816225"/>
          <p14:tracePt t="99754" x="8048625" y="2878138"/>
          <p14:tracePt t="99759" x="8048625" y="2941638"/>
          <p14:tracePt t="99768" x="8048625" y="3016250"/>
          <p14:tracePt t="99775" x="8048625" y="3065463"/>
          <p14:tracePt t="99784" x="8048625" y="3128963"/>
          <p14:tracePt t="99792" x="8035925" y="3216275"/>
          <p14:tracePt t="99799" x="8010525" y="3303588"/>
          <p14:tracePt t="99808" x="7999413" y="3416300"/>
          <p14:tracePt t="99815" x="7961313" y="3516313"/>
          <p14:tracePt t="99824" x="7935913" y="3616325"/>
          <p14:tracePt t="99831" x="7923213" y="3741738"/>
          <p14:tracePt t="99841" x="7897813" y="3841750"/>
          <p14:tracePt t="99848" x="7886700" y="3941763"/>
          <p14:tracePt t="99855" x="7886700" y="4041775"/>
          <p14:tracePt t="99864" x="7886700" y="4141788"/>
          <p14:tracePt t="99872" x="7886700" y="4230688"/>
          <p14:tracePt t="99880" x="7886700" y="4292600"/>
          <p14:tracePt t="99888" x="7886700" y="4367213"/>
          <p14:tracePt t="99904" x="7886700" y="4467225"/>
          <p14:tracePt t="99913" x="7886700" y="4505325"/>
          <p14:tracePt t="99921" x="7886700" y="4518025"/>
          <p14:tracePt t="99930" x="7886700" y="4543425"/>
          <p14:tracePt t="99938" x="7886700" y="4567238"/>
          <p14:tracePt t="99946" x="7874000" y="4579938"/>
          <p14:tracePt t="99953" x="7861300" y="4592638"/>
          <p14:tracePt t="99970" x="7861300" y="4605338"/>
          <p14:tracePt t="99978" x="7861300" y="4618038"/>
          <p14:tracePt t="100002" x="7861300" y="4630738"/>
          <p14:tracePt t="100009" x="7861300" y="4643438"/>
          <p14:tracePt t="100018" x="7861300" y="4656138"/>
          <p14:tracePt t="100041" x="7861300" y="4667250"/>
          <p14:tracePt t="100057" x="7861300" y="4679950"/>
          <p14:tracePt t="100073" x="7861300" y="4692650"/>
          <p14:tracePt t="100081" x="7861300" y="4705350"/>
          <p14:tracePt t="100106" x="7874000" y="4730750"/>
          <p14:tracePt t="100130" x="7874000" y="4743450"/>
          <p14:tracePt t="100137" x="7886700" y="4743450"/>
          <p14:tracePt t="100145" x="7886700" y="4756150"/>
          <p14:tracePt t="100154" x="7886700" y="4768850"/>
          <p14:tracePt t="100161" x="7886700" y="4779963"/>
          <p14:tracePt t="100178" x="7897813" y="4779963"/>
          <p14:tracePt t="100187" x="7897813" y="4805363"/>
          <p14:tracePt t="100210" x="7897813" y="4818063"/>
          <p14:tracePt t="100299" x="7897813" y="4830763"/>
          <p14:tracePt t="100314" x="7897813" y="4818063"/>
          <p14:tracePt t="100330" x="7886700" y="4818063"/>
          <p14:tracePt t="100337" x="7886700" y="4805363"/>
          <p14:tracePt t="100345" x="7874000" y="4792663"/>
          <p14:tracePt t="100354" x="7861300" y="4779963"/>
          <p14:tracePt t="100361" x="7835900" y="4779963"/>
          <p14:tracePt t="100369" x="7810500" y="4779963"/>
          <p14:tracePt t="100377" x="7785100" y="4792663"/>
          <p14:tracePt t="100386" x="7773988" y="4805363"/>
          <p14:tracePt t="100393" x="7735888" y="4818063"/>
          <p14:tracePt t="100405" x="7710488" y="4830763"/>
          <p14:tracePt t="100410" x="7697788" y="4830763"/>
          <p14:tracePt t="100419" x="7673975" y="4856163"/>
          <p14:tracePt t="100426" x="7661275" y="4856163"/>
          <p14:tracePt t="100434" x="7623175" y="4856163"/>
          <p14:tracePt t="100442" x="7572375" y="4868863"/>
          <p14:tracePt t="100450" x="7485063" y="4879975"/>
          <p14:tracePt t="100458" x="7372350" y="4879975"/>
          <p14:tracePt t="100466" x="7246938" y="4879975"/>
          <p14:tracePt t="100474" x="7072313" y="4892675"/>
          <p14:tracePt t="100484" x="6910388" y="4905375"/>
          <p14:tracePt t="100492" x="6721475" y="4956175"/>
          <p14:tracePt t="100500" x="6359525" y="5018088"/>
          <p14:tracePt t="100508" x="5932488" y="5056188"/>
          <p14:tracePt t="100516" x="5432425" y="5143500"/>
          <p14:tracePt t="100524" x="4945063" y="5218113"/>
          <p14:tracePt t="100532" x="4468813" y="5330825"/>
          <p14:tracePt t="100540" x="3992563" y="5456238"/>
          <p14:tracePt t="100548" x="3592513" y="5568950"/>
          <p14:tracePt t="100557" x="3216275" y="5668963"/>
          <p14:tracePt t="100564" x="2941638" y="5768975"/>
          <p14:tracePt t="100572" x="2754313" y="5856288"/>
          <p14:tracePt t="100580" x="2565400" y="5919788"/>
          <p14:tracePt t="100588" x="2452688" y="5969000"/>
          <p14:tracePt t="100596" x="2339975" y="6045200"/>
          <p14:tracePt t="100606" x="2265363" y="6081713"/>
          <p14:tracePt t="100612" x="2228850" y="6107113"/>
          <p14:tracePt t="100621" x="2203450" y="6132513"/>
          <p14:tracePt t="100628" x="2165350" y="6145213"/>
          <p14:tracePt t="100640" x="2152650" y="6145213"/>
          <p14:tracePt t="100644" x="2139950" y="6145213"/>
          <p14:tracePt t="100652" x="2116138" y="6157913"/>
          <p14:tracePt t="100667" x="2103438" y="6169025"/>
          <p14:tracePt t="100675" x="2052638" y="6194425"/>
          <p14:tracePt t="100683" x="2003425" y="6219825"/>
          <p14:tracePt t="100691" x="1927225" y="6232525"/>
          <p14:tracePt t="100699" x="1878013" y="6257925"/>
          <p14:tracePt t="100707" x="1839913" y="6294438"/>
          <p14:tracePt t="100715" x="1814513" y="6307138"/>
          <p14:tracePt t="100723" x="1801813" y="6319838"/>
          <p14:tracePt t="102931" x="1814513" y="6319838"/>
          <p14:tracePt t="102939" x="1914525" y="6307138"/>
          <p14:tracePt t="102946" x="2152650" y="6294438"/>
          <p14:tracePt t="102958" x="2478088" y="6207125"/>
          <p14:tracePt t="102962" x="2890838" y="6107113"/>
          <p14:tracePt t="102972" x="3441700" y="5881688"/>
          <p14:tracePt t="102978" x="4130675" y="5607050"/>
          <p14:tracePt t="102990" x="4894263" y="5268913"/>
          <p14:tracePt t="102994" x="5683250" y="4892675"/>
          <p14:tracePt t="103008" x="6508750" y="4554538"/>
          <p14:tracePt t="103011" x="7372350" y="4141788"/>
          <p14:tracePt t="103019" x="8161338" y="3741738"/>
          <p14:tracePt t="103026" x="8999538" y="3341688"/>
          <p14:tracePt t="103035" x="9713913" y="3065463"/>
          <p14:tracePt t="103042" x="10277475" y="2816225"/>
          <p14:tracePt t="103050" x="10702925" y="2616200"/>
          <p14:tracePt t="103058" x="10928350" y="2490788"/>
          <p14:tracePt t="103067" x="11064875" y="2414588"/>
          <p14:tracePt t="103075" x="11177588" y="2339975"/>
          <p14:tracePt t="103083" x="11253788" y="2290763"/>
          <p14:tracePt t="103091" x="11266488" y="2278063"/>
          <p14:tracePt t="103098" x="11277600" y="2278063"/>
          <p14:tracePt t="103160" x="11277600" y="2265363"/>
          <p14:tracePt t="103169" x="11290300" y="2265363"/>
          <p14:tracePt t="103177" x="11303000" y="2265363"/>
          <p14:tracePt t="103185" x="11315700" y="2265363"/>
          <p14:tracePt t="103193" x="11341100" y="2265363"/>
          <p14:tracePt t="103200" x="11353800" y="2265363"/>
          <p14:tracePt t="103209" x="11377613" y="2265363"/>
          <p14:tracePt t="103216" x="11403013" y="2265363"/>
          <p14:tracePt t="103224" x="11415713" y="2265363"/>
          <p14:tracePt t="103240" x="11441113" y="2265363"/>
          <p14:tracePt t="103248" x="11466513" y="2290763"/>
          <p14:tracePt t="103256" x="11490325" y="2314575"/>
          <p14:tracePt t="103264" x="11541125" y="2352675"/>
          <p14:tracePt t="103272" x="11603038" y="2414588"/>
          <p14:tracePt t="103280" x="11666538" y="2490788"/>
          <p14:tracePt t="103287" x="11728450" y="2565400"/>
          <p14:tracePt t="103296" x="11804650" y="2652713"/>
          <p14:tracePt t="103305" x="11879263" y="2740025"/>
          <p14:tracePt t="103312" x="11966575" y="2852738"/>
          <p14:tracePt t="103321" x="12079288" y="2978150"/>
          <p14:tracePt t="103328" x="12166600" y="3065463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90190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D"/>
                </a:solidFill>
                <a:latin typeface="Aptos Display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Final Project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325880"/>
            <a:ext cx="676656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1444752"/>
            <a:ext cx="176843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PM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1847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2832"/>
                </a:solidFill>
                <a:latin typeface="Aptos"/>
              </a:defRPr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01056" y="1399032"/>
            <a:ext cx="72596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D7853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039112"/>
            <a:ext cx="676656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2157984"/>
            <a:ext cx="21469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Data Analytics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87752"/>
            <a:ext cx="1847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2832"/>
                </a:solidFill>
                <a:latin typeface="Aptos"/>
              </a:defRPr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21515" y="2112264"/>
            <a:ext cx="88504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D7853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752344"/>
            <a:ext cx="676656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2871215"/>
            <a:ext cx="12252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Data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00984"/>
            <a:ext cx="1847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2832"/>
                </a:solidFill>
                <a:latin typeface="Aptos"/>
              </a:defRPr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91942" y="2825496"/>
            <a:ext cx="174419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57A23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Pending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465576"/>
            <a:ext cx="676656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88720" y="3584448"/>
            <a:ext cx="14782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ML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014215"/>
            <a:ext cx="1847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2832"/>
                </a:solidFill>
                <a:latin typeface="Aptos"/>
              </a:defRPr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91942" y="3538728"/>
            <a:ext cx="174419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57A23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Pending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178808"/>
            <a:ext cx="676656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8720" y="4297680"/>
            <a:ext cx="6832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GenAI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727448"/>
            <a:ext cx="1847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2832"/>
                </a:solidFill>
                <a:latin typeface="Aptos"/>
              </a:defRPr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91942" y="4251960"/>
            <a:ext cx="174419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57A23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Pending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892040"/>
            <a:ext cx="676656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8720" y="5010912"/>
            <a:ext cx="24423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Full End-to-End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440680"/>
            <a:ext cx="1847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2832"/>
                </a:solidFill>
                <a:latin typeface="Aptos"/>
              </a:defRPr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57816" y="4965192"/>
            <a:ext cx="121244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57A23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Conditional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19088"/>
            <a:ext cx="323999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HealthConnect Clinic Experience Lab • Project Management Track</a:t>
            </a:r>
          </a:p>
        </p:txBody>
      </p:sp>
      <p:pic>
        <p:nvPicPr>
          <p:cNvPr id="30" name="Audio 29">
            <a:hlinkClick r:id="" action="ppaction://media"/>
            <a:extLst>
              <a:ext uri="{FF2B5EF4-FFF2-40B4-BE49-F238E27FC236}">
                <a16:creationId xmlns:a16="http://schemas.microsoft.com/office/drawing/2014/main" id="{94116B04-46EE-492A-9085-E9DF669706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2334"/>
    </mc:Choice>
    <mc:Fallback>
      <p:transition spd="slow" advTm="923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99" x="11953875" y="3065463"/>
          <p14:tracePt t="507" x="11715750" y="3028950"/>
          <p14:tracePt t="515" x="11441113" y="2952750"/>
          <p14:tracePt t="524" x="11164888" y="2878138"/>
          <p14:tracePt t="531" x="10864850" y="2803525"/>
          <p14:tracePt t="539" x="10539413" y="2740025"/>
          <p14:tracePt t="547" x="10201275" y="2690813"/>
          <p14:tracePt t="555" x="9888538" y="2652713"/>
          <p14:tracePt t="563" x="9601200" y="2616200"/>
          <p14:tracePt t="573" x="9301163" y="2578100"/>
          <p14:tracePt t="580" x="9024938" y="2565400"/>
          <p14:tracePt t="589" x="8750300" y="2565400"/>
          <p14:tracePt t="595" x="8412163" y="2565400"/>
          <p14:tracePt t="603" x="8074025" y="2565400"/>
          <p14:tracePt t="611" x="7661275" y="2565400"/>
          <p14:tracePt t="619" x="7123113" y="2565400"/>
          <p14:tracePt t="627" x="6608763" y="2565400"/>
          <p14:tracePt t="635" x="6057900" y="2565400"/>
          <p14:tracePt t="643" x="5557838" y="2565400"/>
          <p14:tracePt t="651" x="5081588" y="2565400"/>
          <p14:tracePt t="659" x="4706938" y="2565400"/>
          <p14:tracePt t="667" x="4368800" y="2565400"/>
          <p14:tracePt t="676" x="4117975" y="2565400"/>
          <p14:tracePt t="684" x="3956050" y="2552700"/>
          <p14:tracePt t="692" x="3843338" y="2527300"/>
          <p14:tracePt t="699" x="3756025" y="2527300"/>
          <p14:tracePt t="707" x="3717925" y="2527300"/>
          <p14:tracePt t="715" x="3705225" y="2527300"/>
          <p14:tracePt t="3228" x="3717925" y="2527300"/>
          <p14:tracePt t="3235" x="3805238" y="2565400"/>
          <p14:tracePt t="3245" x="3879850" y="2590800"/>
          <p14:tracePt t="3250" x="3930650" y="2603500"/>
          <p14:tracePt t="3258" x="4005263" y="2603500"/>
          <p14:tracePt t="3266" x="4092575" y="2616200"/>
          <p14:tracePt t="3274" x="4168775" y="2616200"/>
          <p14:tracePt t="3282" x="4294188" y="2616200"/>
          <p14:tracePt t="3292" x="4394200" y="2616200"/>
          <p14:tracePt t="3298" x="4518025" y="2616200"/>
          <p14:tracePt t="3309" x="4643438" y="2616200"/>
          <p14:tracePt t="3314" x="4768850" y="2616200"/>
          <p14:tracePt t="3325" x="4919663" y="2616200"/>
          <p14:tracePt t="3330" x="5068888" y="2616200"/>
          <p14:tracePt t="3341" x="5257800" y="2616200"/>
          <p14:tracePt t="3346" x="5432425" y="2603500"/>
          <p14:tracePt t="3354" x="5619750" y="2565400"/>
          <p14:tracePt t="3362" x="5795963" y="2540000"/>
          <p14:tracePt t="3370" x="5945188" y="2503488"/>
          <p14:tracePt t="3378" x="6070600" y="2478088"/>
          <p14:tracePt t="3386" x="6134100" y="2465388"/>
          <p14:tracePt t="3393" x="6196013" y="2439988"/>
          <p14:tracePt t="3402" x="6259513" y="2427288"/>
          <p14:tracePt t="3410" x="6296025" y="2414588"/>
          <p14:tracePt t="3418" x="6334125" y="2403475"/>
          <p14:tracePt t="3428" x="6370638" y="2390775"/>
          <p14:tracePt t="3436" x="6396038" y="2365375"/>
          <p14:tracePt t="3444" x="6408738" y="2352675"/>
          <p14:tracePt t="3452" x="6446838" y="2327275"/>
          <p14:tracePt t="3460" x="6472238" y="2327275"/>
          <p14:tracePt t="3468" x="6508750" y="2314575"/>
          <p14:tracePt t="3476" x="6584950" y="2290763"/>
          <p14:tracePt t="3484" x="6634163" y="2265363"/>
          <p14:tracePt t="3491" x="6696075" y="2239963"/>
          <p14:tracePt t="3499" x="6734175" y="2227263"/>
          <p14:tracePt t="3508" x="6759575" y="2201863"/>
          <p14:tracePt t="3516" x="6784975" y="2190750"/>
          <p14:tracePt t="3524" x="6821488" y="2178050"/>
          <p14:tracePt t="3532" x="6846888" y="2165350"/>
          <p14:tracePt t="3542" x="6859588" y="2152650"/>
          <p14:tracePt t="3548" x="6872288" y="2139950"/>
          <p14:tracePt t="3557" x="6884988" y="2139950"/>
          <p14:tracePt t="3564" x="6884988" y="2127250"/>
          <p14:tracePt t="3574" x="6897688" y="2127250"/>
          <p14:tracePt t="3591" x="6921500" y="2127250"/>
          <p14:tracePt t="3596" x="6921500" y="2114550"/>
          <p14:tracePt t="3612" x="6934200" y="2114550"/>
          <p14:tracePt t="3628" x="6946900" y="2101850"/>
          <p14:tracePt t="3723" x="6959600" y="2101850"/>
          <p14:tracePt t="3734" x="6972300" y="2101850"/>
          <p14:tracePt t="3741" x="6997700" y="2101850"/>
          <p14:tracePt t="3749" x="7034213" y="2114550"/>
          <p14:tracePt t="3757" x="7097713" y="2152650"/>
          <p14:tracePt t="3765" x="7172325" y="2190750"/>
          <p14:tracePt t="3773" x="7235825" y="2227263"/>
          <p14:tracePt t="3781" x="7310438" y="2252663"/>
          <p14:tracePt t="3789" x="7372350" y="2290763"/>
          <p14:tracePt t="3798" x="7423150" y="2314575"/>
          <p14:tracePt t="3806" x="7459663" y="2339975"/>
          <p14:tracePt t="3813" x="7485063" y="2352675"/>
          <p14:tracePt t="3823" x="7510463" y="2378075"/>
          <p14:tracePt t="3830" x="7523163" y="2403475"/>
          <p14:tracePt t="3840" x="7535863" y="2427288"/>
          <p14:tracePt t="3845" x="7572375" y="2452688"/>
          <p14:tracePt t="3854" x="7572375" y="2478088"/>
          <p14:tracePt t="3862" x="7585075" y="2516188"/>
          <p14:tracePt t="3870" x="7610475" y="2565400"/>
          <p14:tracePt t="3877" x="7635875" y="2616200"/>
          <p14:tracePt t="3885" x="7648575" y="2640013"/>
          <p14:tracePt t="3894" x="7673975" y="2665413"/>
          <p14:tracePt t="3901" x="7685088" y="2690813"/>
          <p14:tracePt t="3909" x="7697788" y="2716213"/>
          <p14:tracePt t="3918" x="7710488" y="2740025"/>
          <p14:tracePt t="3925" x="7710488" y="2752725"/>
          <p14:tracePt t="3933" x="7710488" y="2778125"/>
          <p14:tracePt t="3941" x="7710488" y="2828925"/>
          <p14:tracePt t="3950" x="7723188" y="2890838"/>
          <p14:tracePt t="3957" x="7735888" y="2941638"/>
          <p14:tracePt t="3965" x="7735888" y="2978150"/>
          <p14:tracePt t="3973" x="7748588" y="3016250"/>
          <p14:tracePt t="3981" x="7748588" y="3054350"/>
          <p14:tracePt t="3989" x="7748588" y="3090863"/>
          <p14:tracePt t="3997" x="7748588" y="3128963"/>
          <p14:tracePt t="4006" x="7748588" y="3178175"/>
          <p14:tracePt t="4013" x="7748588" y="3216275"/>
          <p14:tracePt t="4023" x="7748588" y="3254375"/>
          <p14:tracePt t="4030" x="7748588" y="3290888"/>
          <p14:tracePt t="4037" x="7748588" y="3328988"/>
          <p14:tracePt t="4045" x="7748588" y="3378200"/>
          <p14:tracePt t="4053" x="7748588" y="3429000"/>
          <p14:tracePt t="4062" x="7748588" y="3479800"/>
          <p14:tracePt t="4070" x="7748588" y="3554413"/>
          <p14:tracePt t="4077" x="7723188" y="3603625"/>
          <p14:tracePt t="4085" x="7710488" y="3667125"/>
          <p14:tracePt t="4094" x="7697788" y="3692525"/>
          <p14:tracePt t="4101" x="7697788" y="3703638"/>
          <p14:tracePt t="4109" x="7697788" y="3741738"/>
          <p14:tracePt t="4117" x="7697788" y="3779838"/>
          <p14:tracePt t="4125" x="7697788" y="3829050"/>
          <p14:tracePt t="4134" x="7697788" y="3879850"/>
          <p14:tracePt t="4142" x="7697788" y="3929063"/>
          <p14:tracePt t="4149" x="7697788" y="3967163"/>
          <p14:tracePt t="4157" x="7697788" y="3979863"/>
          <p14:tracePt t="4166" x="7685088" y="3992563"/>
          <p14:tracePt t="4174" x="7685088" y="4017963"/>
          <p14:tracePt t="4181" x="7673975" y="4041775"/>
          <p14:tracePt t="4207" x="7673975" y="4054475"/>
          <p14:tracePt t="4239" x="7673975" y="4067175"/>
          <p14:tracePt t="4256" x="7661275" y="4067175"/>
          <p14:tracePt t="4297" x="7661275" y="4079875"/>
          <p14:tracePt t="4603" x="7648575" y="4079875"/>
          <p14:tracePt t="4611" x="7635875" y="4067175"/>
          <p14:tracePt t="4618" x="7635875" y="4054475"/>
          <p14:tracePt t="4627" x="7610475" y="4041775"/>
          <p14:tracePt t="4634" x="7610475" y="4005263"/>
          <p14:tracePt t="4642" x="7597775" y="3992563"/>
          <p14:tracePt t="4650" x="7572375" y="3967163"/>
          <p14:tracePt t="4661" x="7548563" y="3941763"/>
          <p14:tracePt t="4667" x="7548563" y="3929063"/>
          <p14:tracePt t="4677" x="7548563" y="3892550"/>
          <p14:tracePt t="4683" x="7548563" y="3841750"/>
          <p14:tracePt t="4692" x="7548563" y="3779838"/>
          <p14:tracePt t="4699" x="7548563" y="3729038"/>
          <p14:tracePt t="4707" x="7561263" y="3654425"/>
          <p14:tracePt t="4715" x="7561263" y="3603625"/>
          <p14:tracePt t="4724" x="7572375" y="3567113"/>
          <p14:tracePt t="4731" x="7585075" y="3541713"/>
          <p14:tracePt t="4739" x="7585075" y="3516313"/>
          <p14:tracePt t="4747" x="7585075" y="3503613"/>
          <p14:tracePt t="4757" x="7585075" y="3490913"/>
          <p14:tracePt t="4763" x="7585075" y="3479800"/>
          <p14:tracePt t="4773" x="7585075" y="3454400"/>
          <p14:tracePt t="4779" x="7585075" y="3441700"/>
          <p14:tracePt t="4789" x="7585075" y="3429000"/>
          <p14:tracePt t="4796" x="7585075" y="3403600"/>
          <p14:tracePt t="4804" x="7585075" y="3390900"/>
          <p14:tracePt t="4811" x="7585075" y="3378200"/>
          <p14:tracePt t="4854" x="7572375" y="3378200"/>
          <p14:tracePt t="4871" x="7572375" y="3367088"/>
          <p14:tracePt t="4902" x="7572375" y="3354388"/>
          <p14:tracePt t="4945" x="7572375" y="3341688"/>
          <p14:tracePt t="4968" x="7572375" y="3328988"/>
          <p14:tracePt t="4985" x="7561263" y="3328988"/>
          <p14:tracePt t="5392" x="7561263" y="3316288"/>
          <p14:tracePt t="5400" x="7561263" y="3290888"/>
          <p14:tracePt t="5409" x="7561263" y="3228975"/>
          <p14:tracePt t="5416" x="7572375" y="3178175"/>
          <p14:tracePt t="5427" x="7572375" y="3116263"/>
          <p14:tracePt t="5432" x="7572375" y="3065463"/>
          <p14:tracePt t="5444" x="7572375" y="3003550"/>
          <p14:tracePt t="5448" x="7572375" y="2941638"/>
          <p14:tracePt t="5460" x="7572375" y="2878138"/>
          <p14:tracePt t="5464" x="7572375" y="2803525"/>
          <p14:tracePt t="5477" x="7572375" y="2716213"/>
          <p14:tracePt t="5481" x="7572375" y="2652713"/>
          <p14:tracePt t="5493" x="7548563" y="2578100"/>
          <p14:tracePt t="5496" x="7510463" y="2503488"/>
          <p14:tracePt t="5505" x="7472363" y="2439988"/>
          <p14:tracePt t="5513" x="7448550" y="2403475"/>
          <p14:tracePt t="5521" x="7397750" y="2365375"/>
          <p14:tracePt t="5528" x="7372350" y="2352675"/>
          <p14:tracePt t="5536" x="7348538" y="2339975"/>
          <p14:tracePt t="5544" x="7323138" y="2327275"/>
          <p14:tracePt t="5552" x="7285038" y="2327275"/>
          <p14:tracePt t="5561" x="7246938" y="2314575"/>
          <p14:tracePt t="5570" x="7197725" y="2290763"/>
          <p14:tracePt t="5578" x="7110413" y="2252663"/>
          <p14:tracePt t="5585" x="7010400" y="2201863"/>
          <p14:tracePt t="5594" x="6897688" y="2165350"/>
          <p14:tracePt t="5602" x="6759575" y="2139950"/>
          <p14:tracePt t="5609" x="6621463" y="2101850"/>
          <p14:tracePt t="5618" x="6459538" y="2078038"/>
          <p14:tracePt t="5627" x="6296025" y="2039938"/>
          <p14:tracePt t="5634" x="6170613" y="2014538"/>
          <p14:tracePt t="5642" x="6045200" y="1989138"/>
          <p14:tracePt t="5650" x="5957888" y="1978025"/>
          <p14:tracePt t="5658" x="5883275" y="1965325"/>
          <p14:tracePt t="5666" x="5821363" y="1952625"/>
          <p14:tracePt t="5675" x="5770563" y="1939925"/>
          <p14:tracePt t="5682" x="5719763" y="1914525"/>
          <p14:tracePt t="5691" x="5683250" y="1901825"/>
          <p14:tracePt t="5698" x="5632450" y="1901825"/>
          <p14:tracePt t="5708" x="5557838" y="1901825"/>
          <p14:tracePt t="5714" x="5507038" y="1901825"/>
          <p14:tracePt t="5725" x="5445125" y="1901825"/>
          <p14:tracePt t="5730" x="5394325" y="1901825"/>
          <p14:tracePt t="5740" x="5357813" y="1901825"/>
          <p14:tracePt t="5746" x="5319713" y="1901825"/>
          <p14:tracePt t="5754" x="5294313" y="1901825"/>
          <p14:tracePt t="6070" x="5281613" y="1901825"/>
          <p14:tracePt t="6078" x="5257800" y="1901825"/>
          <p14:tracePt t="6086" x="5207000" y="1901825"/>
          <p14:tracePt t="6094" x="5132388" y="1901825"/>
          <p14:tracePt t="6102" x="5081588" y="1901825"/>
          <p14:tracePt t="6111" x="5032375" y="1889125"/>
          <p14:tracePt t="6118" x="4968875" y="1876425"/>
          <p14:tracePt t="6127" x="4919663" y="1865313"/>
          <p14:tracePt t="6136" x="4868863" y="1852613"/>
          <p14:tracePt t="6145" x="4794250" y="1827213"/>
          <p14:tracePt t="6152" x="4768850" y="1814513"/>
          <p14:tracePt t="6161" x="4743450" y="1789113"/>
          <p14:tracePt t="6168" x="4732338" y="1789113"/>
          <p14:tracePt t="6339" x="4732338" y="1765300"/>
          <p14:tracePt t="6347" x="4732338" y="1739900"/>
          <p14:tracePt t="6355" x="4743450" y="1714500"/>
          <p14:tracePt t="6362" x="4756150" y="1689100"/>
          <p14:tracePt t="6371" x="4768850" y="1663700"/>
          <p14:tracePt t="6379" x="4794250" y="1652588"/>
          <p14:tracePt t="6386" x="4806950" y="1627188"/>
          <p14:tracePt t="6394" x="4832350" y="1589088"/>
          <p14:tracePt t="6403" x="4843463" y="1563688"/>
          <p14:tracePt t="6411" x="4868863" y="1552575"/>
          <p14:tracePt t="6418" x="4868863" y="1527175"/>
          <p14:tracePt t="6426" x="4894263" y="1514475"/>
          <p14:tracePt t="6434" x="4894263" y="1501775"/>
          <p14:tracePt t="6442" x="4894263" y="1489075"/>
          <p14:tracePt t="6458" x="4894263" y="1476375"/>
          <p14:tracePt t="6476" x="4894263" y="1463675"/>
          <p14:tracePt t="6534" x="4881563" y="1463675"/>
          <p14:tracePt t="6542" x="4832350" y="1463675"/>
          <p14:tracePt t="6553" x="4756150" y="1463675"/>
          <p14:tracePt t="6561" x="4643438" y="1463675"/>
          <p14:tracePt t="6568" x="4456113" y="1463675"/>
          <p14:tracePt t="6578" x="4205288" y="1463675"/>
          <p14:tracePt t="6584" x="3856038" y="1476375"/>
          <p14:tracePt t="6591" x="3417888" y="1476375"/>
          <p14:tracePt t="6600" x="3003550" y="1501775"/>
          <p14:tracePt t="6608" x="2628900" y="1501775"/>
          <p14:tracePt t="6616" x="2252663" y="1501775"/>
          <p14:tracePt t="6624" x="1878013" y="1501775"/>
          <p14:tracePt t="6632" x="1601788" y="1501775"/>
          <p14:tracePt t="6640" x="1401763" y="1501775"/>
          <p14:tracePt t="6648" x="1239838" y="1501775"/>
          <p14:tracePt t="6657" x="1089025" y="1501775"/>
          <p14:tracePt t="6664" x="1014413" y="1501775"/>
          <p14:tracePt t="6674" x="963613" y="1501775"/>
          <p14:tracePt t="6705" x="950913" y="1501775"/>
          <p14:tracePt t="6769" x="938213" y="1501775"/>
          <p14:tracePt t="6777" x="925513" y="1501775"/>
          <p14:tracePt t="6867" x="925513" y="1514475"/>
          <p14:tracePt t="6874" x="976313" y="1539875"/>
          <p14:tracePt t="6884" x="1076325" y="1589088"/>
          <p14:tracePt t="6894" x="1214438" y="1663700"/>
          <p14:tracePt t="6898" x="1389063" y="1727200"/>
          <p14:tracePt t="6910" x="1627188" y="1776413"/>
          <p14:tracePt t="6913" x="1890713" y="1827213"/>
          <p14:tracePt t="6925" x="2178050" y="1865313"/>
          <p14:tracePt t="6930" x="2465388" y="1901825"/>
          <p14:tracePt t="6941" x="2716213" y="1914525"/>
          <p14:tracePt t="6946" x="2992438" y="1927225"/>
          <p14:tracePt t="6954" x="3241675" y="1927225"/>
          <p14:tracePt t="6962" x="3417888" y="1927225"/>
          <p14:tracePt t="6970" x="3605213" y="1927225"/>
          <p14:tracePt t="6978" x="3756025" y="1927225"/>
          <p14:tracePt t="6985" x="3879850" y="1927225"/>
          <p14:tracePt t="6993" x="3979863" y="1927225"/>
          <p14:tracePt t="7001" x="4068763" y="1927225"/>
          <p14:tracePt t="7010" x="4130675" y="1927225"/>
          <p14:tracePt t="7018" x="4192588" y="1927225"/>
          <p14:tracePt t="7025" x="4243388" y="1927225"/>
          <p14:tracePt t="7034" x="4294188" y="1914525"/>
          <p14:tracePt t="7041" x="4368800" y="1914525"/>
          <p14:tracePt t="7049" x="4430713" y="1901825"/>
          <p14:tracePt t="7057" x="4518025" y="1901825"/>
          <p14:tracePt t="7065" x="4630738" y="1901825"/>
          <p14:tracePt t="7074" x="4768850" y="1901825"/>
          <p14:tracePt t="7081" x="4919663" y="1901825"/>
          <p14:tracePt t="7089" x="5057775" y="1901825"/>
          <p14:tracePt t="7097" x="5181600" y="1901825"/>
          <p14:tracePt t="7106" x="5332413" y="1901825"/>
          <p14:tracePt t="7114" x="5445125" y="1901825"/>
          <p14:tracePt t="7126" x="5532438" y="1901825"/>
          <p14:tracePt t="7132" x="5607050" y="1901825"/>
          <p14:tracePt t="7142" x="5657850" y="1901825"/>
          <p14:tracePt t="7148" x="5708650" y="1901825"/>
          <p14:tracePt t="7159" x="5745163" y="1901825"/>
          <p14:tracePt t="7164" x="5770563" y="1901825"/>
          <p14:tracePt t="7177" x="5795963" y="1901825"/>
          <p14:tracePt t="7180" x="5808663" y="1901825"/>
          <p14:tracePt t="7193" x="5821363" y="1901825"/>
          <p14:tracePt t="8259" x="5808663" y="1901825"/>
          <p14:tracePt t="8267" x="5557838" y="1914525"/>
          <p14:tracePt t="8274" x="4843463" y="1914525"/>
          <p14:tracePt t="8283" x="3905250" y="1901825"/>
          <p14:tracePt t="8292" x="3003550" y="1739900"/>
          <p14:tracePt t="8298" x="2190750" y="1501775"/>
          <p14:tracePt t="8308" x="1439863" y="1214438"/>
          <p14:tracePt t="8314" x="814388" y="976313"/>
          <p14:tracePt t="8325" x="263525" y="750888"/>
          <p14:tracePt t="9093" x="1339850" y="1363663"/>
          <p14:tracePt t="9101" x="2378075" y="1363663"/>
          <p14:tracePt t="9109" x="3492500" y="1363663"/>
          <p14:tracePt t="9117" x="4581525" y="1363663"/>
          <p14:tracePt t="9125" x="5695950" y="1363663"/>
          <p14:tracePt t="9133" x="6846888" y="1363663"/>
          <p14:tracePt t="9141" x="7961313" y="1363663"/>
          <p14:tracePt t="9149" x="8863013" y="1363663"/>
          <p14:tracePt t="9157" x="9713913" y="1363663"/>
          <p14:tracePt t="9165" x="10426700" y="1363663"/>
          <p14:tracePt t="9173" x="10977563" y="1350963"/>
          <p14:tracePt t="9181" x="11390313" y="1339850"/>
          <p14:tracePt t="9189" x="11591925" y="1339850"/>
          <p14:tracePt t="9197" x="11715750" y="1327150"/>
          <p14:tracePt t="9206" x="11741150" y="1314450"/>
          <p14:tracePt t="9248" x="11741150" y="1301750"/>
          <p14:tracePt t="9514" x="11741150" y="1289050"/>
          <p14:tracePt t="10032" x="11741150" y="1276350"/>
          <p14:tracePt t="10040" x="11715750" y="1276350"/>
          <p14:tracePt t="10048" x="11679238" y="1276350"/>
          <p14:tracePt t="10060" x="11591925" y="1276350"/>
          <p14:tracePt t="10065" x="11453813" y="1289050"/>
          <p14:tracePt t="10078" x="11290300" y="1314450"/>
          <p14:tracePt t="10082" x="11077575" y="1350963"/>
          <p14:tracePt t="10092" x="10790238" y="1389063"/>
          <p14:tracePt t="10095" x="10477500" y="1401763"/>
          <p14:tracePt t="10103" x="10188575" y="1439863"/>
          <p14:tracePt t="10111" x="9913938" y="1489075"/>
          <p14:tracePt t="10119" x="9701213" y="1527175"/>
          <p14:tracePt t="10127" x="9525000" y="1552575"/>
          <p14:tracePt t="10135" x="9363075" y="1576388"/>
          <p14:tracePt t="10143" x="9224963" y="1601788"/>
          <p14:tracePt t="10152" x="9088438" y="1639888"/>
          <p14:tracePt t="10159" x="8950325" y="1663700"/>
          <p14:tracePt t="10167" x="8812213" y="1689100"/>
          <p14:tracePt t="10175" x="8699500" y="1714500"/>
          <p14:tracePt t="10184" x="8561388" y="1727200"/>
          <p14:tracePt t="10191" x="8461375" y="1739900"/>
          <p14:tracePt t="10200" x="8374063" y="1752600"/>
          <p14:tracePt t="10207" x="8312150" y="1752600"/>
          <p14:tracePt t="10215" x="8248650" y="1765300"/>
          <p14:tracePt t="10224" x="8199438" y="1776413"/>
          <p14:tracePt t="10232" x="8148638" y="1789113"/>
          <p14:tracePt t="10239" x="8099425" y="1801813"/>
          <p14:tracePt t="10248" x="8074025" y="1827213"/>
          <p14:tracePt t="10256" x="8061325" y="1839913"/>
          <p14:tracePt t="10264" x="8048625" y="1852613"/>
          <p14:tracePt t="10273" x="8035925" y="1852613"/>
          <p14:tracePt t="10280" x="8023225" y="1865313"/>
          <p14:tracePt t="10290" x="8023225" y="1876425"/>
          <p14:tracePt t="10295" x="7999413" y="1901825"/>
          <p14:tracePt t="10303" x="7986713" y="1927225"/>
          <p14:tracePt t="10311" x="7974013" y="1939925"/>
          <p14:tracePt t="10319" x="7961313" y="1965325"/>
          <p14:tracePt t="10328" x="7961313" y="1978025"/>
          <p14:tracePt t="10335" x="7948613" y="1989138"/>
          <p14:tracePt t="10344" x="7948613" y="2014538"/>
          <p14:tracePt t="10351" x="7935913" y="2014538"/>
          <p14:tracePt t="10359" x="7935913" y="2027238"/>
          <p14:tracePt t="18721" x="8148638" y="1752600"/>
          <p14:tracePt t="18728" x="8161338" y="1727200"/>
          <p14:tracePt t="18737" x="8161338" y="1714500"/>
          <p14:tracePt t="18744" x="8174038" y="1701800"/>
          <p14:tracePt t="18752" x="8186738" y="1689100"/>
          <p14:tracePt t="18760" x="8186738" y="1676400"/>
          <p14:tracePt t="18768" x="8199438" y="1639888"/>
          <p14:tracePt t="18777" x="8212138" y="1627188"/>
          <p14:tracePt t="18784" x="8248650" y="1601788"/>
          <p14:tracePt t="18792" x="8261350" y="1576388"/>
          <p14:tracePt t="18799" x="8286750" y="1527175"/>
          <p14:tracePt t="18808" x="8335963" y="1463675"/>
          <p14:tracePt t="18815" x="8412163" y="1376363"/>
          <p14:tracePt t="18823" x="8486775" y="1276350"/>
          <p14:tracePt t="18831" x="8574088" y="1201738"/>
          <p14:tracePt t="18840" x="8650288" y="1114425"/>
          <p14:tracePt t="18847" x="8699500" y="1038225"/>
          <p14:tracePt t="18856" x="8750300" y="976313"/>
          <p14:tracePt t="18863" x="8786813" y="912813"/>
          <p14:tracePt t="18873" x="8786813" y="889000"/>
          <p14:tracePt t="18879" x="8799513" y="876300"/>
          <p14:tracePt t="18890" x="8824913" y="850900"/>
          <p14:tracePt t="18895" x="8824913" y="825500"/>
          <p14:tracePt t="18903" x="8824913" y="801688"/>
          <p14:tracePt t="18911" x="8850313" y="776288"/>
          <p14:tracePt t="18919" x="8850313" y="750888"/>
          <p14:tracePt t="18927" x="8874125" y="725488"/>
          <p14:tracePt t="18936" x="8886825" y="700088"/>
          <p14:tracePt t="18943" x="8886825" y="676275"/>
          <p14:tracePt t="18951" x="8899525" y="650875"/>
          <p14:tracePt t="18959" x="8912225" y="612775"/>
          <p14:tracePt t="18967" x="8912225" y="588963"/>
          <p14:tracePt t="18975" x="8924925" y="576263"/>
          <p14:tracePt t="18983" x="8924925" y="563563"/>
          <p14:tracePt t="18999" x="8924925" y="538163"/>
          <p14:tracePt t="19025" x="8924925" y="525463"/>
          <p14:tracePt t="19033" x="8912225" y="525463"/>
          <p14:tracePt t="19048" x="8912225" y="512763"/>
          <p14:tracePt t="19059" x="8899525" y="500063"/>
          <p14:tracePt t="19064" x="8899525" y="487363"/>
          <p14:tracePt t="19075" x="8886825" y="487363"/>
          <p14:tracePt t="19150" x="8874125" y="487363"/>
          <p14:tracePt t="19158" x="8863013" y="487363"/>
          <p14:tracePt t="19166" x="8850313" y="476250"/>
          <p14:tracePt t="19176" x="8837613" y="476250"/>
          <p14:tracePt t="19182" x="8824913" y="463550"/>
          <p14:tracePt t="19192" x="8786813" y="463550"/>
          <p14:tracePt t="19198" x="8774113" y="463550"/>
          <p14:tracePt t="19210" x="8750300" y="450850"/>
          <p14:tracePt t="19214" x="8724900" y="438150"/>
          <p14:tracePt t="19230" x="8699500" y="438150"/>
          <p14:tracePt t="19243" x="8686800" y="438150"/>
          <p14:tracePt t="22692" x="8448675" y="663575"/>
          <p14:tracePt t="22699" x="8374063" y="712788"/>
          <p14:tracePt t="22707" x="8299450" y="763588"/>
          <p14:tracePt t="22716" x="8212138" y="838200"/>
          <p14:tracePt t="22724" x="8099425" y="912813"/>
          <p14:tracePt t="22732" x="7935913" y="1014413"/>
          <p14:tracePt t="22741" x="7748588" y="1114425"/>
          <p14:tracePt t="22748" x="7548563" y="1214438"/>
          <p14:tracePt t="22758" x="7323138" y="1339850"/>
          <p14:tracePt t="22766" x="7159625" y="1427163"/>
          <p14:tracePt t="22773" x="7021513" y="1501775"/>
          <p14:tracePt t="22782" x="6897688" y="1576388"/>
          <p14:tracePt t="22791" x="6797675" y="1627188"/>
          <p14:tracePt t="22798" x="6696075" y="1676400"/>
          <p14:tracePt t="22807" x="6608763" y="1714500"/>
          <p14:tracePt t="22814" x="6559550" y="1739900"/>
          <p14:tracePt t="22824" x="6496050" y="1765300"/>
          <p14:tracePt t="22829" x="6459538" y="1789113"/>
          <p14:tracePt t="22841" x="6421438" y="1789113"/>
          <p14:tracePt t="22846" x="6383338" y="1814513"/>
          <p14:tracePt t="22854" x="6321425" y="1827213"/>
          <p14:tracePt t="22861" x="6296025" y="1839913"/>
          <p14:tracePt t="22870" x="6270625" y="1876425"/>
          <p14:tracePt t="22878" x="6246813" y="1876425"/>
          <p14:tracePt t="22893" x="6234113" y="1876425"/>
          <p14:tracePt t="22894" x="6221413" y="1889125"/>
          <p14:tracePt t="22901" x="6208713" y="1901825"/>
          <p14:tracePt t="22918" x="6183313" y="1914525"/>
          <p14:tracePt t="22926" x="6170613" y="1927225"/>
          <p14:tracePt t="22934" x="6157913" y="1952625"/>
          <p14:tracePt t="22942" x="6134100" y="1952625"/>
          <p14:tracePt t="22950" x="6108700" y="1978025"/>
          <p14:tracePt t="22957" x="6083300" y="2001838"/>
          <p14:tracePt t="22965" x="6057900" y="2014538"/>
          <p14:tracePt t="22974" x="6034088" y="2027238"/>
          <p14:tracePt t="22982" x="6021388" y="2039938"/>
          <p14:tracePt t="22990" x="5995988" y="2065338"/>
          <p14:tracePt t="22997" x="5983288" y="2078038"/>
          <p14:tracePt t="23007" x="5957888" y="2089150"/>
          <p14:tracePt t="23014" x="5932488" y="2101850"/>
          <p14:tracePt t="23024" x="5932488" y="2114550"/>
          <p14:tracePt t="23030" x="5908675" y="2127250"/>
          <p14:tracePt t="23041" x="5895975" y="2152650"/>
          <p14:tracePt t="23046" x="5883275" y="2165350"/>
          <p14:tracePt t="23054" x="5870575" y="2190750"/>
          <p14:tracePt t="23061" x="5845175" y="2214563"/>
          <p14:tracePt t="23070" x="5845175" y="2227263"/>
          <p14:tracePt t="23078" x="5821363" y="2252663"/>
          <p14:tracePt t="23085" x="5783263" y="2265363"/>
          <p14:tracePt t="23094" x="5745163" y="2290763"/>
          <p14:tracePt t="23102" x="5683250" y="2327275"/>
          <p14:tracePt t="23110" x="5645150" y="2339975"/>
          <p14:tracePt t="23118" x="5595938" y="2378075"/>
          <p14:tracePt t="23126" x="5570538" y="2403475"/>
          <p14:tracePt t="23133" x="5557838" y="2414588"/>
          <p14:tracePt t="23141" x="5532438" y="2427288"/>
          <p14:tracePt t="23313" x="5519738" y="2427288"/>
          <p14:tracePt t="25396" x="5507038" y="2414588"/>
          <p14:tracePt t="25405" x="5495925" y="2414588"/>
          <p14:tracePt t="25414" x="5495925" y="2403475"/>
          <p14:tracePt t="25420" x="5470525" y="2403475"/>
          <p14:tracePt t="25428" x="5457825" y="2390775"/>
          <p14:tracePt t="25444" x="5445125" y="2378075"/>
          <p14:tracePt t="25706" x="5445125" y="2352675"/>
          <p14:tracePt t="25715" x="5457825" y="2303463"/>
          <p14:tracePt t="25722" x="5470525" y="2239963"/>
          <p14:tracePt t="25729" x="5483225" y="2214563"/>
          <p14:tracePt t="25737" x="5483225" y="2201863"/>
          <p14:tracePt t="25745" x="5483225" y="2178050"/>
          <p14:tracePt t="25753" x="5495925" y="2178050"/>
          <p14:tracePt t="25769" x="5495925" y="2165350"/>
          <p14:tracePt t="25778" x="5507038" y="2165350"/>
          <p14:tracePt t="25785" x="5507038" y="2139950"/>
          <p14:tracePt t="25793" x="5507038" y="2114550"/>
          <p14:tracePt t="25809" x="5507038" y="2101850"/>
          <p14:tracePt t="25890" x="5507038" y="2089150"/>
          <p14:tracePt t="25899" x="5507038" y="2078038"/>
          <p14:tracePt t="30513" x="5519738" y="2078038"/>
          <p14:tracePt t="30521" x="5545138" y="2089150"/>
          <p14:tracePt t="30529" x="5570538" y="2101850"/>
          <p14:tracePt t="30537" x="5595938" y="2114550"/>
          <p14:tracePt t="30550" x="5607050" y="2127250"/>
          <p14:tracePt t="30551" x="5657850" y="2139950"/>
          <p14:tracePt t="30559" x="5732463" y="2152650"/>
          <p14:tracePt t="30568" x="5832475" y="2152650"/>
          <p14:tracePt t="30576" x="5957888" y="2152650"/>
          <p14:tracePt t="30583" x="6108700" y="2152650"/>
          <p14:tracePt t="30591" x="6259513" y="2139950"/>
          <p14:tracePt t="30599" x="6421438" y="2114550"/>
          <p14:tracePt t="30608" x="6534150" y="2089150"/>
          <p14:tracePt t="30615" x="6634163" y="2078038"/>
          <p14:tracePt t="30623" x="6721475" y="2052638"/>
          <p14:tracePt t="30632" x="6759575" y="2039938"/>
          <p14:tracePt t="30641" x="6784975" y="2039938"/>
          <p14:tracePt t="30676" x="6808788" y="2027238"/>
          <p14:tracePt t="30684" x="6834188" y="2014538"/>
          <p14:tracePt t="30692" x="6884988" y="1989138"/>
          <p14:tracePt t="30701" x="6946900" y="1978025"/>
          <p14:tracePt t="30710" x="7021513" y="1927225"/>
          <p14:tracePt t="30716" x="7072313" y="1889125"/>
          <p14:tracePt t="30727" x="7134225" y="1852613"/>
          <p14:tracePt t="30732" x="7197725" y="1801813"/>
          <p14:tracePt t="30741" x="7259638" y="1765300"/>
          <p14:tracePt t="30748" x="7335838" y="1727200"/>
          <p14:tracePt t="30757" x="7385050" y="1689100"/>
          <p14:tracePt t="30764" x="7435850" y="1627188"/>
          <p14:tracePt t="30775" x="7472363" y="1563688"/>
          <p14:tracePt t="30780" x="7510463" y="1501775"/>
          <p14:tracePt t="30791" x="7535863" y="1450975"/>
          <p14:tracePt t="30796" x="7548563" y="1389063"/>
          <p14:tracePt t="30804" x="7572375" y="1363663"/>
          <p14:tracePt t="30811" x="7585075" y="1350963"/>
          <p14:tracePt t="30820" x="7585075" y="1327150"/>
          <p14:tracePt t="30828" x="7597775" y="1327150"/>
          <p14:tracePt t="31046" x="7623175" y="1301750"/>
          <p14:tracePt t="31053" x="7697788" y="1238250"/>
          <p14:tracePt t="31061" x="7810500" y="1138238"/>
          <p14:tracePt t="31069" x="7910513" y="1063625"/>
          <p14:tracePt t="31077" x="8010525" y="976313"/>
          <p14:tracePt t="31085" x="8099425" y="912813"/>
          <p14:tracePt t="31093" x="8199438" y="850900"/>
          <p14:tracePt t="31101" x="8274050" y="788988"/>
          <p14:tracePt t="31110" x="8324850" y="738188"/>
          <p14:tracePt t="31117" x="8386763" y="700088"/>
          <p14:tracePt t="31125" x="8412163" y="688975"/>
          <p14:tracePt t="31197" x="8412163" y="676275"/>
          <p14:tracePt t="31207" x="8424863" y="676275"/>
          <p14:tracePt t="31242" x="8435975" y="663575"/>
          <p14:tracePt t="31249" x="8435975" y="650875"/>
          <p14:tracePt t="31257" x="8448675" y="650875"/>
          <p14:tracePt t="31264" x="8461375" y="650875"/>
          <p14:tracePt t="31280" x="8474075" y="638175"/>
          <p14:tracePt t="31290" x="8486775" y="638175"/>
          <p14:tracePt t="31296" x="8499475" y="612775"/>
          <p14:tracePt t="31304" x="8512175" y="612775"/>
          <p14:tracePt t="31312" x="8524875" y="612775"/>
          <p14:tracePt t="31336" x="8524875" y="600075"/>
          <p14:tracePt t="31352" x="8524875" y="588963"/>
          <p14:tracePt t="31360" x="8537575" y="576263"/>
          <p14:tracePt t="31368" x="8548688" y="563563"/>
          <p14:tracePt t="44002" x="5357813" y="563563"/>
          <p14:tracePt t="44011" x="4205288" y="588963"/>
          <p14:tracePt t="44018" x="3216275" y="700088"/>
          <p14:tracePt t="44026" x="2616200" y="812800"/>
          <p14:tracePt t="44034" x="2278063" y="901700"/>
          <p14:tracePt t="44044" x="2116138" y="938213"/>
          <p14:tracePt t="44051" x="1978025" y="963613"/>
          <p14:tracePt t="44059" x="1890713" y="989013"/>
          <p14:tracePt t="44066" x="1827213" y="1001713"/>
          <p14:tracePt t="44077" x="1827213" y="1014413"/>
          <p14:tracePt t="44191" x="1801813" y="1038225"/>
          <p14:tracePt t="44201" x="1778000" y="1089025"/>
          <p14:tracePt t="44208" x="1701800" y="1238250"/>
          <p14:tracePt t="44216" x="1589088" y="1501775"/>
          <p14:tracePt t="44226" x="1439863" y="1852613"/>
          <p14:tracePt t="44231" x="1239838" y="2278063"/>
          <p14:tracePt t="44238" x="1089025" y="2728913"/>
          <p14:tracePt t="44245" x="963613" y="3103563"/>
          <p14:tracePt t="44254" x="901700" y="3403600"/>
          <p14:tracePt t="44261" x="863600" y="3654425"/>
          <p14:tracePt t="44270" x="863600" y="3929063"/>
          <p14:tracePt t="44278" x="889000" y="4117975"/>
          <p14:tracePt t="44286" x="914400" y="4292600"/>
          <p14:tracePt t="44293" x="976313" y="4443413"/>
          <p14:tracePt t="44304" x="1050925" y="4579938"/>
          <p14:tracePt t="44312" x="1139825" y="4743450"/>
          <p14:tracePt t="44320" x="1227138" y="4868863"/>
          <p14:tracePt t="44328" x="1301750" y="4981575"/>
          <p14:tracePt t="44335" x="1389063" y="5068888"/>
          <p14:tracePt t="44343" x="1439863" y="5143500"/>
          <p14:tracePt t="44351" x="1465263" y="5181600"/>
          <p14:tracePt t="44359" x="1476375" y="5218113"/>
          <p14:tracePt t="44367" x="1489075" y="5218113"/>
          <p14:tracePt t="44595" x="1501775" y="5205413"/>
          <p14:tracePt t="44603" x="1552575" y="5130800"/>
          <p14:tracePt t="44614" x="1677988" y="4943475"/>
          <p14:tracePt t="44618" x="1839913" y="4705350"/>
          <p14:tracePt t="44626" x="1990725" y="4430713"/>
          <p14:tracePt t="44634" x="2127250" y="4230688"/>
          <p14:tracePt t="44641" x="2216150" y="4105275"/>
          <p14:tracePt t="44649" x="2265363" y="4005263"/>
          <p14:tracePt t="44658" x="2303463" y="3905250"/>
          <p14:tracePt t="44665" x="2339975" y="3854450"/>
          <p14:tracePt t="44674" x="2352675" y="3803650"/>
          <p14:tracePt t="44681" x="2352675" y="3767138"/>
          <p14:tracePt t="44690" x="2365375" y="3767138"/>
          <p14:tracePt t="44698" x="2365375" y="3754438"/>
          <p14:tracePt t="45063" x="2378075" y="3754438"/>
          <p14:tracePt t="45070" x="2416175" y="3779838"/>
          <p14:tracePt t="45078" x="2541588" y="3854450"/>
          <p14:tracePt t="45086" x="2716213" y="3905250"/>
          <p14:tracePt t="45094" x="2916238" y="3954463"/>
          <p14:tracePt t="45102" x="3141663" y="3992563"/>
          <p14:tracePt t="45110" x="3492500" y="4005263"/>
          <p14:tracePt t="45118" x="3830638" y="4005263"/>
          <p14:tracePt t="45126" x="4205288" y="4029075"/>
          <p14:tracePt t="45133" x="4581525" y="4029075"/>
          <p14:tracePt t="45142" x="4932363" y="4029075"/>
          <p14:tracePt t="45150" x="5270500" y="4029075"/>
          <p14:tracePt t="45157" x="5507038" y="4029075"/>
          <p14:tracePt t="45165" x="5695950" y="4029075"/>
          <p14:tracePt t="45173" x="5808663" y="4029075"/>
          <p14:tracePt t="45181" x="5832475" y="4029075"/>
          <p14:tracePt t="45190" x="5845175" y="4029075"/>
          <p14:tracePt t="45263" x="5832475" y="4041775"/>
          <p14:tracePt t="45271" x="5808663" y="4041775"/>
          <p14:tracePt t="45278" x="5719763" y="4067175"/>
          <p14:tracePt t="45286" x="5583238" y="4079875"/>
          <p14:tracePt t="45294" x="5432425" y="4105275"/>
          <p14:tracePt t="45303" x="5245100" y="4141788"/>
          <p14:tracePt t="45310" x="5019675" y="4192588"/>
          <p14:tracePt t="45319" x="4756150" y="4217988"/>
          <p14:tracePt t="45326" x="4506913" y="4254500"/>
          <p14:tracePt t="45334" x="4256088" y="4267200"/>
          <p14:tracePt t="45343" x="4005263" y="4292600"/>
          <p14:tracePt t="45350" x="3792538" y="4305300"/>
          <p14:tracePt t="45361" x="3605213" y="4305300"/>
          <p14:tracePt t="45366" x="3454400" y="4305300"/>
          <p14:tracePt t="45375" x="3341688" y="4318000"/>
          <p14:tracePt t="45382" x="3267075" y="4318000"/>
          <p14:tracePt t="45599" x="3254375" y="4318000"/>
          <p14:tracePt t="45607" x="3254375" y="4330700"/>
          <p14:tracePt t="45616" x="3228975" y="4330700"/>
          <p14:tracePt t="45630" x="3141663" y="4379913"/>
          <p14:tracePt t="45640" x="3067050" y="4392613"/>
          <p14:tracePt t="45645" x="2979738" y="4405313"/>
          <p14:tracePt t="45654" x="2903538" y="4418013"/>
          <p14:tracePt t="45661" x="2828925" y="4430713"/>
          <p14:tracePt t="45669" x="2754313" y="4443413"/>
          <p14:tracePt t="45678" x="2703513" y="4454525"/>
          <p14:tracePt t="45685" x="2667000" y="4454525"/>
          <p14:tracePt t="45693" x="2654300" y="4454525"/>
          <p14:tracePt t="45701" x="2641600" y="4467225"/>
          <p14:tracePt t="45718" x="2628900" y="4467225"/>
          <p14:tracePt t="46065" x="2667000" y="4467225"/>
          <p14:tracePt t="46074" x="2716213" y="4467225"/>
          <p14:tracePt t="46081" x="2767013" y="4467225"/>
          <p14:tracePt t="46091" x="2854325" y="4467225"/>
          <p14:tracePt t="46096" x="2928938" y="4467225"/>
          <p14:tracePt t="46104" x="3016250" y="4454525"/>
          <p14:tracePt t="46112" x="3079750" y="4430713"/>
          <p14:tracePt t="46120" x="3167063" y="4418013"/>
          <p14:tracePt t="46128" x="3267075" y="4405313"/>
          <p14:tracePt t="46135" x="3379788" y="4392613"/>
          <p14:tracePt t="46143" x="3454400" y="4392613"/>
          <p14:tracePt t="46152" x="3541713" y="4392613"/>
          <p14:tracePt t="46159" x="3630613" y="4392613"/>
          <p14:tracePt t="46168" x="3679825" y="4392613"/>
          <p14:tracePt t="46176" x="3743325" y="4392613"/>
          <p14:tracePt t="46184" x="3792538" y="4392613"/>
          <p14:tracePt t="46192" x="3867150" y="4379913"/>
          <p14:tracePt t="46200" x="3917950" y="4367213"/>
          <p14:tracePt t="46209" x="3992563" y="4367213"/>
          <p14:tracePt t="46216" x="4043363" y="4367213"/>
          <p14:tracePt t="46224" x="4105275" y="4367213"/>
          <p14:tracePt t="46232" x="4156075" y="4367213"/>
          <p14:tracePt t="46241" x="4217988" y="4367213"/>
          <p14:tracePt t="46248" x="4256088" y="4367213"/>
          <p14:tracePt t="46258" x="4294188" y="4367213"/>
          <p14:tracePt t="46264" x="4330700" y="4367213"/>
          <p14:tracePt t="46275" x="4356100" y="4367213"/>
          <p14:tracePt t="46280" x="4394200" y="4367213"/>
          <p14:tracePt t="46288" x="4443413" y="4367213"/>
          <p14:tracePt t="46296" x="4481513" y="4367213"/>
          <p14:tracePt t="46304" x="4506913" y="4367213"/>
          <p14:tracePt t="46312" x="4530725" y="4367213"/>
          <p14:tracePt t="46320" x="4568825" y="4367213"/>
          <p14:tracePt t="46328" x="4606925" y="4367213"/>
          <p14:tracePt t="46336" x="4630738" y="4367213"/>
          <p14:tracePt t="46344" x="4656138" y="4367213"/>
          <p14:tracePt t="46352" x="4681538" y="4354513"/>
          <p14:tracePt t="46360" x="4706938" y="4354513"/>
          <p14:tracePt t="46369" x="4719638" y="4341813"/>
          <p14:tracePt t="46378" x="4732338" y="4341813"/>
          <p14:tracePt t="46394" x="4743450" y="4341813"/>
          <p14:tracePt t="46402" x="4756150" y="4341813"/>
          <p14:tracePt t="46571" x="4732338" y="4354513"/>
          <p14:tracePt t="46579" x="4681538" y="4379913"/>
          <p14:tracePt t="46586" x="4606925" y="4430713"/>
          <p14:tracePt t="46595" x="4518025" y="4467225"/>
          <p14:tracePt t="46602" x="4394200" y="4505325"/>
          <p14:tracePt t="46610" x="4294188" y="4530725"/>
          <p14:tracePt t="46619" x="4181475" y="4543425"/>
          <p14:tracePt t="46628" x="4092575" y="4567238"/>
          <p14:tracePt t="46633" x="4017963" y="4579938"/>
          <p14:tracePt t="46641" x="3943350" y="4579938"/>
          <p14:tracePt t="46649" x="3905250" y="4579938"/>
          <p14:tracePt t="46666" x="3892550" y="4579938"/>
          <p14:tracePt t="46847" x="3879850" y="4579938"/>
          <p14:tracePt t="46854" x="3879850" y="4567238"/>
          <p14:tracePt t="52945" x="4043363" y="4379913"/>
          <p14:tracePt t="52956" x="4130675" y="4267200"/>
          <p14:tracePt t="52965" x="4168775" y="4205288"/>
          <p14:tracePt t="52971" x="4192588" y="4179888"/>
          <p14:tracePt t="52978" x="4205288" y="4154488"/>
          <p14:tracePt t="52984" x="4217988" y="4129088"/>
          <p14:tracePt t="52991" x="4243388" y="4079875"/>
          <p14:tracePt t="53000" x="4268788" y="4029075"/>
          <p14:tracePt t="53009" x="4294188" y="3967163"/>
          <p14:tracePt t="53017" x="4330700" y="3892550"/>
          <p14:tracePt t="53026" x="4381500" y="3816350"/>
          <p14:tracePt t="53033" x="4418013" y="3767138"/>
          <p14:tracePt t="53041" x="4443413" y="3716338"/>
          <p14:tracePt t="53049" x="4456113" y="3692525"/>
          <p14:tracePt t="53058" x="4481513" y="3667125"/>
          <p14:tracePt t="53065" x="4506913" y="3641725"/>
          <p14:tracePt t="53074" x="4518025" y="3603625"/>
          <p14:tracePt t="53081" x="4530725" y="3603625"/>
          <p14:tracePt t="53125" x="4530725" y="3590925"/>
          <p14:tracePt t="54519" x="4518025" y="3590925"/>
          <p14:tracePt t="54527" x="4430713" y="3616325"/>
          <p14:tracePt t="54534" x="4305300" y="3654425"/>
          <p14:tracePt t="54544" x="4192588" y="3679825"/>
          <p14:tracePt t="54550" x="4092575" y="3679825"/>
          <p14:tracePt t="54559" x="3956050" y="3679825"/>
          <p14:tracePt t="54566" x="3730625" y="3590925"/>
          <p14:tracePt t="54576" x="3141663" y="3328988"/>
          <p14:tracePt t="54584" x="2441575" y="2990850"/>
          <p14:tracePt t="54592" x="1627188" y="2478088"/>
          <p14:tracePt t="54600" x="825500" y="1914525"/>
          <p14:tracePt t="54608" x="0" y="1227138"/>
          <p14:tracePt t="56174" x="476250" y="425450"/>
          <p14:tracePt t="56180" x="788988" y="600075"/>
          <p14:tracePt t="56191" x="1014413" y="750888"/>
          <p14:tracePt t="56195" x="1252538" y="876300"/>
          <p14:tracePt t="56203" x="1501775" y="1001713"/>
          <p14:tracePt t="56210" x="1801813" y="1138238"/>
          <p14:tracePt t="56221" x="2078038" y="1250950"/>
          <p14:tracePt t="56226" x="2365375" y="1363663"/>
          <p14:tracePt t="56236" x="2641600" y="1450975"/>
          <p14:tracePt t="56242" x="2941638" y="1527175"/>
          <p14:tracePt t="56250" x="3205163" y="1589088"/>
          <p14:tracePt t="56259" x="3379788" y="1627188"/>
          <p14:tracePt t="56266" x="3567113" y="1639888"/>
          <p14:tracePt t="56274" x="3717925" y="1652588"/>
          <p14:tracePt t="56282" x="3843338" y="1652588"/>
          <p14:tracePt t="56291" x="3968750" y="1652588"/>
          <p14:tracePt t="56299" x="4068763" y="1652588"/>
          <p14:tracePt t="56307" x="4168775" y="1652588"/>
          <p14:tracePt t="56315" x="4243388" y="1652588"/>
          <p14:tracePt t="56323" x="4330700" y="1652588"/>
          <p14:tracePt t="56331" x="4394200" y="1652588"/>
          <p14:tracePt t="56338" x="4468813" y="1652588"/>
          <p14:tracePt t="56347" x="4518025" y="1652588"/>
          <p14:tracePt t="56354" x="4581525" y="1652588"/>
          <p14:tracePt t="56363" x="4656138" y="1652588"/>
          <p14:tracePt t="56371" x="4706938" y="1652588"/>
          <p14:tracePt t="56379" x="4756150" y="1652588"/>
          <p14:tracePt t="56387" x="4806950" y="1652588"/>
          <p14:tracePt t="56395" x="4832350" y="1652588"/>
          <p14:tracePt t="56405" x="4856163" y="1652588"/>
          <p14:tracePt t="56411" x="4868863" y="1652588"/>
          <p14:tracePt t="56421" x="4894263" y="1652588"/>
          <p14:tracePt t="56427" x="4906963" y="1652588"/>
          <p14:tracePt t="56437" x="4919663" y="1652588"/>
          <p14:tracePt t="56443" x="4932363" y="1652588"/>
          <p14:tracePt t="56570" x="4919663" y="1652588"/>
          <p14:tracePt t="56610" x="4906963" y="1652588"/>
          <p14:tracePt t="56618" x="4906963" y="1639888"/>
          <p14:tracePt t="56625" x="4906963" y="1627188"/>
          <p14:tracePt t="56641" x="4906963" y="1614488"/>
          <p14:tracePt t="56649" x="4906963" y="1601788"/>
          <p14:tracePt t="56657" x="4906963" y="1589088"/>
          <p14:tracePt t="56665" x="4906963" y="1563688"/>
          <p14:tracePt t="56675" x="4932363" y="1552575"/>
          <p14:tracePt t="56681" x="4945063" y="1527175"/>
          <p14:tracePt t="56689" x="4968875" y="1489075"/>
          <p14:tracePt t="56697" x="4994275" y="1439863"/>
          <p14:tracePt t="56705" x="5032375" y="1376363"/>
          <p14:tracePt t="56713" x="5094288" y="1339850"/>
          <p14:tracePt t="56721" x="5157788" y="1301750"/>
          <p14:tracePt t="56729" x="5232400" y="1276350"/>
          <p14:tracePt t="56737" x="5281613" y="1250950"/>
          <p14:tracePt t="56745" x="5332413" y="1238250"/>
          <p14:tracePt t="56754" x="5383213" y="1214438"/>
          <p14:tracePt t="56761" x="5419725" y="1214438"/>
          <p14:tracePt t="56771" x="5445125" y="1189038"/>
          <p14:tracePt t="56777" x="5470525" y="1176338"/>
          <p14:tracePt t="56788" x="5507038" y="1163638"/>
          <p14:tracePt t="56793" x="5519738" y="1150938"/>
          <p14:tracePt t="56801" x="5532438" y="1150938"/>
          <p14:tracePt t="58170" x="5545138" y="1150938"/>
          <p14:tracePt t="58178" x="5632450" y="1101725"/>
          <p14:tracePt t="58187" x="5719763" y="1063625"/>
          <p14:tracePt t="58194" x="5795963" y="1038225"/>
          <p14:tracePt t="58206" x="5870575" y="1038225"/>
          <p14:tracePt t="58209" x="5957888" y="1038225"/>
          <p14:tracePt t="58218" x="6034088" y="1038225"/>
          <p14:tracePt t="58226" x="6070600" y="1025525"/>
          <p14:tracePt t="58233" x="6096000" y="1025525"/>
          <p14:tracePt t="58243" x="6121400" y="1014413"/>
          <p14:tracePt t="58250" x="6170613" y="1014413"/>
          <p14:tracePt t="58259" x="6221413" y="1014413"/>
          <p14:tracePt t="58265" x="6270625" y="1014413"/>
          <p14:tracePt t="58272" x="6321425" y="1014413"/>
          <p14:tracePt t="58280" x="6359525" y="1014413"/>
          <p14:tracePt t="58288" x="6396038" y="1014413"/>
          <p14:tracePt t="58296" x="6446838" y="1014413"/>
          <p14:tracePt t="58304" x="6508750" y="1014413"/>
          <p14:tracePt t="58312" x="6584950" y="1014413"/>
          <p14:tracePt t="58321" x="6708775" y="1014413"/>
          <p14:tracePt t="58328" x="6834188" y="1014413"/>
          <p14:tracePt t="58337" x="6985000" y="1014413"/>
          <p14:tracePt t="58355" x="7272338" y="1014413"/>
          <p14:tracePt t="58361" x="7385050" y="1014413"/>
          <p14:tracePt t="58370" x="7472363" y="1014413"/>
          <p14:tracePt t="58377" x="7523163" y="1014413"/>
          <p14:tracePt t="58387" x="7548563" y="1014413"/>
          <p14:tracePt t="58393" x="7572375" y="1014413"/>
          <p14:tracePt t="58401" x="7597775" y="1014413"/>
          <p14:tracePt t="58409" x="7635875" y="1001713"/>
          <p14:tracePt t="58417" x="7685088" y="1001713"/>
          <p14:tracePt t="58424" x="7748588" y="1001713"/>
          <p14:tracePt t="58437" x="7810500" y="1001713"/>
          <p14:tracePt t="58443" x="7861300" y="1001713"/>
          <p14:tracePt t="58451" x="7910513" y="989013"/>
          <p14:tracePt t="58459" x="7961313" y="976313"/>
          <p14:tracePt t="58466" x="7999413" y="976313"/>
          <p14:tracePt t="58475" x="8023225" y="950913"/>
          <p14:tracePt t="58483" x="8035925" y="938213"/>
          <p14:tracePt t="58491" x="8061325" y="938213"/>
          <p14:tracePt t="58498" x="8099425" y="901700"/>
          <p14:tracePt t="58506" x="8110538" y="901700"/>
          <p14:tracePt t="58514" x="8123238" y="901700"/>
          <p14:tracePt t="58523" x="8161338" y="876300"/>
          <p14:tracePt t="58531" x="8186738" y="863600"/>
          <p14:tracePt t="58538" x="8199438" y="863600"/>
          <p14:tracePt t="58546" x="8223250" y="850900"/>
          <p14:tracePt t="58555" x="8235950" y="838200"/>
          <p14:tracePt t="58563" x="8248650" y="825500"/>
          <p14:tracePt t="58570" x="8261350" y="825500"/>
          <p14:tracePt t="58578" x="8274050" y="812800"/>
          <p14:tracePt t="58587" x="8286750" y="801688"/>
          <p14:tracePt t="58594" x="8299450" y="801688"/>
          <p14:tracePt t="58603" x="8324850" y="788988"/>
          <p14:tracePt t="58610" x="8361363" y="776288"/>
          <p14:tracePt t="58620" x="8399463" y="750888"/>
          <p14:tracePt t="58626" x="8424863" y="750888"/>
          <p14:tracePt t="58636" x="8448675" y="738188"/>
          <p14:tracePt t="58642" x="8461375" y="725488"/>
          <p14:tracePt t="58750" x="8474075" y="725488"/>
          <p14:tracePt t="58758" x="8474075" y="712788"/>
          <p14:tracePt t="58765" x="8486775" y="700088"/>
          <p14:tracePt t="58774" x="8499475" y="688975"/>
          <p14:tracePt t="58790" x="8512175" y="676275"/>
          <p14:tracePt t="58797" x="8524875" y="663575"/>
          <p14:tracePt t="58807" x="8548688" y="638175"/>
          <p14:tracePt t="58813" x="8548688" y="625475"/>
          <p14:tracePt t="58824" x="8561388" y="612775"/>
          <p14:tracePt t="58845" x="8574088" y="600075"/>
          <p14:tracePt t="58861" x="8574088" y="588963"/>
          <p14:tracePt t="58874" x="8586788" y="576263"/>
          <p14:tracePt t="58890" x="8586788" y="563563"/>
          <p14:tracePt t="61772" x="8574088" y="563563"/>
          <p14:tracePt t="61780" x="8561388" y="600075"/>
          <p14:tracePt t="61788" x="8537575" y="612775"/>
          <p14:tracePt t="61795" x="8524875" y="638175"/>
          <p14:tracePt t="61806" x="8486775" y="676275"/>
          <p14:tracePt t="61811" x="8474075" y="700088"/>
          <p14:tracePt t="61823" x="8448675" y="725488"/>
          <p14:tracePt t="61827" x="8435975" y="750888"/>
          <p14:tracePt t="61840" x="8412163" y="776288"/>
          <p14:tracePt t="61845" x="8399463" y="801688"/>
          <p14:tracePt t="61853" x="8374063" y="825500"/>
          <p14:tracePt t="61859" x="8374063" y="850900"/>
          <p14:tracePt t="61869" x="8374063" y="863600"/>
          <p14:tracePt t="61877" x="8374063" y="901700"/>
          <p14:tracePt t="61884" x="8374063" y="950913"/>
          <p14:tracePt t="61891" x="8374063" y="1001713"/>
          <p14:tracePt t="61899" x="8374063" y="1050925"/>
          <p14:tracePt t="61907" x="8374063" y="1101725"/>
          <p14:tracePt t="61915" x="8361363" y="1138238"/>
          <p14:tracePt t="61923" x="8361363" y="1150938"/>
          <p14:tracePt t="61931" x="8361363" y="1176338"/>
          <p14:tracePt t="61939" x="8335963" y="1201738"/>
          <p14:tracePt t="61947" x="8335963" y="1227138"/>
          <p14:tracePt t="61955" x="8335963" y="1263650"/>
          <p14:tracePt t="61963" x="8335963" y="1289050"/>
          <p14:tracePt t="61971" x="8335963" y="1301750"/>
          <p14:tracePt t="61979" x="8335963" y="1314450"/>
          <p14:tracePt t="61987" x="8324850" y="1350963"/>
          <p14:tracePt t="61995" x="8299450" y="1376363"/>
          <p14:tracePt t="62004" x="8286750" y="1401763"/>
          <p14:tracePt t="62011" x="8261350" y="1427163"/>
          <p14:tracePt t="62021" x="8261350" y="1439863"/>
          <p14:tracePt t="62027" x="8248650" y="1463675"/>
          <p14:tracePt t="62036" x="8212138" y="1501775"/>
          <p14:tracePt t="62042" x="8161338" y="1539875"/>
          <p14:tracePt t="62051" x="8099425" y="1589088"/>
          <p14:tracePt t="62059" x="8010525" y="1652588"/>
          <p14:tracePt t="62068" x="7897813" y="1739900"/>
          <p14:tracePt t="62075" x="7797800" y="1801813"/>
          <p14:tracePt t="62083" x="7685088" y="1876425"/>
          <p14:tracePt t="62093" x="7572375" y="1965325"/>
          <p14:tracePt t="62104" x="7472363" y="2027238"/>
          <p14:tracePt t="62109" x="7348538" y="2114550"/>
          <p14:tracePt t="62117" x="7235825" y="2190750"/>
          <p14:tracePt t="62124" x="7146925" y="2265363"/>
          <p14:tracePt t="62133" x="7046913" y="2339975"/>
          <p14:tracePt t="62140" x="6972300" y="2414588"/>
          <p14:tracePt t="62149" x="6910388" y="2490788"/>
          <p14:tracePt t="62157" x="6859588" y="2552700"/>
          <p14:tracePt t="62165" x="6821488" y="2603500"/>
          <p14:tracePt t="62173" x="6797675" y="2627313"/>
          <p14:tracePt t="62181" x="6784975" y="2652713"/>
          <p14:tracePt t="62190" x="6772275" y="2678113"/>
          <p14:tracePt t="62197" x="6759575" y="2678113"/>
          <p14:tracePt t="62205" x="6759575" y="2690813"/>
          <p14:tracePt t="62213" x="6759575" y="2703513"/>
          <p14:tracePt t="62221" x="6759575" y="2716213"/>
          <p14:tracePt t="62229" x="6746875" y="2716213"/>
          <p14:tracePt t="62237" x="6746875" y="2740025"/>
          <p14:tracePt t="62254" x="6746875" y="2752725"/>
          <p14:tracePt t="62261" x="6734175" y="2778125"/>
          <p14:tracePt t="62277" x="6721475" y="2790825"/>
          <p14:tracePt t="62290" x="6721475" y="2816225"/>
          <p14:tracePt t="62295" x="6708775" y="2828925"/>
          <p14:tracePt t="62302" x="6696075" y="2852738"/>
          <p14:tracePt t="62309" x="6684963" y="2865438"/>
          <p14:tracePt t="62317" x="6684963" y="2878138"/>
          <p14:tracePt t="62325" x="6684963" y="2890838"/>
          <p14:tracePt t="62341" x="6684963" y="2903538"/>
          <p14:tracePt t="62349" x="6684963" y="2916238"/>
          <p14:tracePt t="62373" x="6684963" y="2928938"/>
          <p14:tracePt t="62396" x="6696075" y="2941638"/>
          <p14:tracePt t="62404" x="6696075" y="2952750"/>
          <p14:tracePt t="62413" x="6696075" y="2965450"/>
          <p14:tracePt t="62432" x="6721475" y="2965450"/>
          <p14:tracePt t="62447" x="6734175" y="2965450"/>
          <p14:tracePt t="62455" x="6759575" y="2965450"/>
          <p14:tracePt t="62463" x="6772275" y="2965450"/>
          <p14:tracePt t="62471" x="6808788" y="2952750"/>
          <p14:tracePt t="62479" x="6834188" y="2941638"/>
          <p14:tracePt t="62488" x="6872288" y="2928938"/>
          <p14:tracePt t="62495" x="6897688" y="2928938"/>
          <p14:tracePt t="62503" x="6921500" y="2916238"/>
          <p14:tracePt t="62511" x="6934200" y="2903538"/>
          <p14:tracePt t="62521" x="6959600" y="2903538"/>
          <p14:tracePt t="62527" x="7010400" y="2878138"/>
          <p14:tracePt t="62538" x="7059613" y="2865438"/>
          <p14:tracePt t="62543" x="7134225" y="2852738"/>
          <p14:tracePt t="62551" x="7210425" y="2852738"/>
          <p14:tracePt t="62559" x="7297738" y="2852738"/>
          <p14:tracePt t="62567" x="7410450" y="2852738"/>
          <p14:tracePt t="62575" x="7548563" y="2852738"/>
          <p14:tracePt t="62582" x="7685088" y="2852738"/>
          <p14:tracePt t="62591" x="7810500" y="2852738"/>
          <p14:tracePt t="62599" x="7961313" y="2852738"/>
          <p14:tracePt t="62607" x="8086725" y="2852738"/>
          <p14:tracePt t="62615" x="8212138" y="2852738"/>
          <p14:tracePt t="62623" x="8348663" y="2852738"/>
          <p14:tracePt t="62631" x="8474075" y="2852738"/>
          <p14:tracePt t="62639" x="8599488" y="2852738"/>
          <p14:tracePt t="62648" x="8724900" y="2852738"/>
          <p14:tracePt t="62655" x="8863013" y="2852738"/>
          <p14:tracePt t="62663" x="9012238" y="2852738"/>
          <p14:tracePt t="62671" x="9124950" y="2852738"/>
          <p14:tracePt t="62679" x="9263063" y="2852738"/>
          <p14:tracePt t="62687" x="9388475" y="2852738"/>
          <p14:tracePt t="62695" x="9537700" y="2852738"/>
          <p14:tracePt t="62704" x="9688513" y="2852738"/>
          <p14:tracePt t="62711" x="9839325" y="2852738"/>
          <p14:tracePt t="62721" x="9975850" y="2852738"/>
          <p14:tracePt t="62727" x="10101263" y="2852738"/>
          <p14:tracePt t="62736" x="10226675" y="2852738"/>
          <p14:tracePt t="62743" x="10326688" y="2852738"/>
          <p14:tracePt t="62751" x="10390188" y="2852738"/>
          <p14:tracePt t="62758" x="10452100" y="2840038"/>
          <p14:tracePt t="62767" x="10490200" y="2840038"/>
          <p14:tracePt t="62775" x="10514013" y="2828925"/>
          <p14:tracePt t="62783" x="10539413" y="2816225"/>
          <p14:tracePt t="62791" x="10552113" y="2816225"/>
          <p14:tracePt t="62798" x="10590213" y="2803525"/>
          <p14:tracePt t="62806" x="10602913" y="2790825"/>
          <p14:tracePt t="62814" x="10614025" y="2790825"/>
          <p14:tracePt t="62822" x="10639425" y="2765425"/>
          <p14:tracePt t="62831" x="10677525" y="2765425"/>
          <p14:tracePt t="62840" x="10702925" y="2752725"/>
          <p14:tracePt t="62847" x="10715625" y="2740025"/>
          <p14:tracePt t="62855" x="10739438" y="2740025"/>
          <p14:tracePt t="62863" x="10752138" y="2728913"/>
          <p14:tracePt t="62871" x="10764838" y="2728913"/>
          <p14:tracePt t="62879" x="10790238" y="2728913"/>
          <p14:tracePt t="62887" x="10790238" y="2716213"/>
          <p14:tracePt t="62904" x="10802938" y="2716213"/>
          <p14:tracePt t="63164" x="10802938" y="2728913"/>
          <p14:tracePt t="63171" x="10802938" y="2740025"/>
          <p14:tracePt t="63180" x="10802938" y="2752725"/>
          <p14:tracePt t="63190" x="10802938" y="2778125"/>
          <p14:tracePt t="63196" x="10802938" y="2816225"/>
          <p14:tracePt t="63206" x="10802938" y="2840038"/>
          <p14:tracePt t="63211" x="10802938" y="2865438"/>
          <p14:tracePt t="63225" x="10802938" y="2890838"/>
          <p14:tracePt t="63227" x="10802938" y="2916238"/>
          <p14:tracePt t="63239" x="10802938" y="2941638"/>
          <p14:tracePt t="63244" x="10802938" y="2952750"/>
          <p14:tracePt t="63253" x="10790238" y="2952750"/>
          <p14:tracePt t="63259" x="10790238" y="2965450"/>
          <p14:tracePt t="63268" x="10790238" y="2978150"/>
          <p14:tracePt t="63301" x="10790238" y="2990850"/>
          <p14:tracePt t="63316" x="10790238" y="3003550"/>
          <p14:tracePt t="63324" x="10777538" y="3003550"/>
          <p14:tracePt t="63357" x="10777538" y="3016250"/>
          <p14:tracePt t="63363" x="10764838" y="3016250"/>
          <p14:tracePt t="63379" x="10752138" y="3016250"/>
          <p14:tracePt t="63403" x="10739438" y="3016250"/>
          <p14:tracePt t="63412" x="10739438" y="3028950"/>
          <p14:tracePt t="63482" x="10739438" y="3041650"/>
          <p14:tracePt t="63490" x="10726738" y="3054350"/>
          <p14:tracePt t="63506" x="10715625" y="3078163"/>
          <p14:tracePt t="63513" x="10702925" y="3078163"/>
          <p14:tracePt t="63521" x="10702925" y="3103563"/>
          <p14:tracePt t="63529" x="10690225" y="3116263"/>
          <p14:tracePt t="63537" x="10690225" y="3141663"/>
          <p14:tracePt t="63545" x="10690225" y="3165475"/>
          <p14:tracePt t="63554" x="10690225" y="3178175"/>
          <p14:tracePt t="63561" x="10677525" y="3216275"/>
          <p14:tracePt t="63570" x="10677525" y="3241675"/>
          <p14:tracePt t="63577" x="10677525" y="3278188"/>
          <p14:tracePt t="63588" x="10664825" y="3316288"/>
          <p14:tracePt t="63593" x="10664825" y="3341688"/>
          <p14:tracePt t="63601" x="10664825" y="3367088"/>
          <p14:tracePt t="63609" x="10664825" y="3390900"/>
          <p14:tracePt t="63617" x="10664825" y="3403600"/>
          <p14:tracePt t="63637" x="10664825" y="3416300"/>
          <p14:tracePt t="63642" x="10664825" y="3429000"/>
          <p14:tracePt t="63651" x="10664825" y="3454400"/>
          <p14:tracePt t="63658" x="10664825" y="3467100"/>
          <p14:tracePt t="63667" x="10664825" y="3490913"/>
          <p14:tracePt t="63674" x="10664825" y="3516313"/>
          <p14:tracePt t="63682" x="10664825" y="3541713"/>
          <p14:tracePt t="63690" x="10664825" y="3567113"/>
          <p14:tracePt t="63698" x="10677525" y="3590925"/>
          <p14:tracePt t="63707" x="10677525" y="3616325"/>
          <p14:tracePt t="63714" x="10690225" y="3641725"/>
          <p14:tracePt t="63722" x="10690225" y="3679825"/>
          <p14:tracePt t="63731" x="10690225" y="3716338"/>
          <p14:tracePt t="63738" x="10702925" y="3741738"/>
          <p14:tracePt t="63746" x="10702925" y="3779838"/>
          <p14:tracePt t="63754" x="10715625" y="3841750"/>
          <p14:tracePt t="63762" x="10739438" y="3905250"/>
          <p14:tracePt t="63770" x="10752138" y="3979863"/>
          <p14:tracePt t="63778" x="10764838" y="4054475"/>
          <p14:tracePt t="63790" x="10777538" y="4129088"/>
          <p14:tracePt t="63795" x="10790238" y="4205288"/>
          <p14:tracePt t="63806" x="10802938" y="4292600"/>
          <p14:tracePt t="63811" x="10815638" y="4354513"/>
          <p14:tracePt t="63823" x="10828338" y="4430713"/>
          <p14:tracePt t="63827" x="10828338" y="4518025"/>
          <p14:tracePt t="63838" x="10828338" y="4579938"/>
          <p14:tracePt t="63843" x="10839450" y="4656138"/>
          <p14:tracePt t="63852" x="10852150" y="4705350"/>
          <p14:tracePt t="63860" x="10852150" y="4756150"/>
          <p14:tracePt t="63868" x="10852150" y="4818063"/>
          <p14:tracePt t="63875" x="10852150" y="4868863"/>
          <p14:tracePt t="63884" x="10852150" y="4892675"/>
          <p14:tracePt t="63891" x="10852150" y="4905375"/>
          <p14:tracePt t="63899" x="10852150" y="4930775"/>
          <p14:tracePt t="63907" x="10852150" y="4956175"/>
          <p14:tracePt t="63915" x="10852150" y="4968875"/>
          <p14:tracePt t="63924" x="10852150" y="4981575"/>
          <p14:tracePt t="63931" x="10852150" y="4992688"/>
          <p14:tracePt t="63956" x="10852150" y="5005388"/>
          <p14:tracePt t="63971" x="10852150" y="5018088"/>
          <p14:tracePt t="63979" x="10852150" y="5030788"/>
          <p14:tracePt t="63995" x="10852150" y="5043488"/>
          <p14:tracePt t="64011" x="10852150" y="5056188"/>
          <p14:tracePt t="64043" x="10852150" y="5068888"/>
          <p14:tracePt t="64051" x="10852150" y="5081588"/>
          <p14:tracePt t="64068" x="10839450" y="5081588"/>
          <p14:tracePt t="64083" x="10839450" y="5092700"/>
          <p14:tracePt t="64154" x="10839450" y="5105400"/>
          <p14:tracePt t="64966" x="10839450" y="5092700"/>
          <p14:tracePt t="65054" x="10839450" y="5081588"/>
          <p14:tracePt t="65172" x="10839450" y="5068888"/>
          <p14:tracePt t="65306" x="10852150" y="5068888"/>
          <p14:tracePt t="65313" x="10852150" y="5056188"/>
          <p14:tracePt t="65355" x="10852150" y="5043488"/>
          <p14:tracePt t="65384" x="10864850" y="5043488"/>
          <p14:tracePt t="65446" x="10864850" y="5030788"/>
          <p14:tracePt t="65660" x="10864850" y="5018088"/>
          <p14:tracePt t="66852" x="10864850" y="5005388"/>
          <p14:tracePt t="66859" x="10864850" y="4981575"/>
          <p14:tracePt t="66868" x="10864850" y="4943475"/>
          <p14:tracePt t="66875" x="10852150" y="4879975"/>
          <p14:tracePt t="66885" x="10828338" y="4805363"/>
          <p14:tracePt t="66891" x="10802938" y="4768850"/>
          <p14:tracePt t="66899" x="10790238" y="4718050"/>
          <p14:tracePt t="66909" x="10790238" y="4679950"/>
          <p14:tracePt t="66918" x="10777538" y="4643438"/>
          <p14:tracePt t="66925" x="10777538" y="4618038"/>
          <p14:tracePt t="66940" x="10777538" y="4592638"/>
          <p14:tracePt t="66949" x="10777538" y="4554538"/>
          <p14:tracePt t="66957" x="10777538" y="4505325"/>
          <p14:tracePt t="66965" x="10777538" y="4443413"/>
          <p14:tracePt t="66972" x="10777538" y="4379913"/>
          <p14:tracePt t="66980" x="10777538" y="4305300"/>
          <p14:tracePt t="66988" x="10777538" y="4254500"/>
          <p14:tracePt t="66996" x="10777538" y="4192588"/>
          <p14:tracePt t="67004" x="10777538" y="4129088"/>
          <p14:tracePt t="67012" x="10777538" y="4067175"/>
          <p14:tracePt t="67020" x="10777538" y="4029075"/>
          <p14:tracePt t="67029" x="10777538" y="4005263"/>
          <p14:tracePt t="67036" x="10777538" y="3979863"/>
          <p14:tracePt t="67044" x="10777538" y="3954463"/>
          <p14:tracePt t="67052" x="10777538" y="3929063"/>
          <p14:tracePt t="67060" x="10777538" y="3916363"/>
          <p14:tracePt t="67070" x="10777538" y="3905250"/>
          <p14:tracePt t="67077" x="10764838" y="3879850"/>
          <p14:tracePt t="67086" x="10764838" y="3867150"/>
          <p14:tracePt t="67092" x="10764838" y="3841750"/>
          <p14:tracePt t="67100" x="10752138" y="3816350"/>
          <p14:tracePt t="67109" x="10752138" y="3792538"/>
          <p14:tracePt t="67116" x="10752138" y="3767138"/>
          <p14:tracePt t="67124" x="10752138" y="3741738"/>
          <p14:tracePt t="67133" x="10752138" y="3729038"/>
          <p14:tracePt t="67140" x="10752138" y="3703638"/>
          <p14:tracePt t="67148" x="10752138" y="3679825"/>
          <p14:tracePt t="67156" x="10752138" y="3654425"/>
          <p14:tracePt t="67165" x="10752138" y="3616325"/>
          <p14:tracePt t="67172" x="10752138" y="3590925"/>
          <p14:tracePt t="67180" x="10752138" y="3567113"/>
          <p14:tracePt t="67188" x="10752138" y="3554413"/>
          <p14:tracePt t="67196" x="10752138" y="3541713"/>
          <p14:tracePt t="67205" x="10752138" y="3516313"/>
          <p14:tracePt t="67212" x="10752138" y="3503613"/>
          <p14:tracePt t="67220" x="10752138" y="3490913"/>
          <p14:tracePt t="67229" x="10752138" y="3479800"/>
          <p14:tracePt t="67245" x="10752138" y="3467100"/>
          <p14:tracePt t="67261" x="10752138" y="3441700"/>
          <p14:tracePt t="67277" x="10752138" y="3429000"/>
          <p14:tracePt t="67302" x="10752138" y="3416300"/>
          <p14:tracePt t="67310" x="10752138" y="3403600"/>
          <p14:tracePt t="69258" x="10739438" y="3403600"/>
          <p14:tracePt t="69265" x="10715625" y="3403600"/>
          <p14:tracePt t="69274" x="10690225" y="3416300"/>
          <p14:tracePt t="69281" x="10602913" y="3467100"/>
          <p14:tracePt t="69290" x="10390188" y="3554413"/>
          <p14:tracePt t="69297" x="9963150" y="3754438"/>
          <p14:tracePt t="69306" x="9363075" y="4079875"/>
          <p14:tracePt t="69313" x="8886825" y="4418013"/>
          <p14:tracePt t="69322" x="8499475" y="4756150"/>
          <p14:tracePt t="69329" x="8274050" y="4981575"/>
          <p14:tracePt t="69337" x="8110538" y="5194300"/>
          <p14:tracePt t="69356" x="7910513" y="5556250"/>
          <p14:tracePt t="69361" x="7810500" y="5732463"/>
          <p14:tracePt t="69371" x="7710488" y="5868988"/>
          <p14:tracePt t="69379" x="7623175" y="6032500"/>
          <p14:tracePt t="69388" x="7510463" y="6281738"/>
          <p14:tracePt t="69395" x="7397750" y="6532563"/>
          <p14:tracePt t="69403" x="7310438" y="6845300"/>
          <p14:tracePt t="69825" x="6221413" y="6245225"/>
          <p14:tracePt t="69832" x="6221413" y="5832475"/>
          <p14:tracePt t="69840" x="6221413" y="5494338"/>
          <p14:tracePt t="69849" x="6221413" y="5143500"/>
          <p14:tracePt t="69857" x="6196013" y="4868863"/>
          <p14:tracePt t="69865" x="6183313" y="4479925"/>
          <p14:tracePt t="69873" x="6157913" y="4129088"/>
          <p14:tracePt t="69881" x="6146800" y="3792538"/>
          <p14:tracePt t="69889" x="6108700" y="3467100"/>
          <p14:tracePt t="69914" x="6021388" y="2916238"/>
          <p14:tracePt t="69921" x="5995988" y="2790825"/>
          <p14:tracePt t="69929" x="5983288" y="2665413"/>
          <p14:tracePt t="69937" x="5945188" y="2552700"/>
          <p14:tracePt t="69945" x="5932488" y="2465388"/>
          <p14:tracePt t="69954" x="5908675" y="2378075"/>
          <p14:tracePt t="69961" x="5895975" y="2303463"/>
          <p14:tracePt t="69971" x="5883275" y="2227263"/>
          <p14:tracePt t="69977" x="5870575" y="2178050"/>
          <p14:tracePt t="69988" x="5857875" y="2101850"/>
          <p14:tracePt t="69993" x="5845175" y="2052638"/>
          <p14:tracePt t="70001" x="5832475" y="2001838"/>
          <p14:tracePt t="70009" x="5808663" y="1927225"/>
          <p14:tracePt t="70017" x="5795963" y="1876425"/>
          <p14:tracePt t="70025" x="5783263" y="1827213"/>
          <p14:tracePt t="70033" x="5783263" y="1776413"/>
          <p14:tracePt t="70041" x="5783263" y="1727200"/>
          <p14:tracePt t="70049" x="5783263" y="1676400"/>
          <p14:tracePt t="70056" x="5783263" y="1614488"/>
          <p14:tracePt t="70065" x="5783263" y="1576388"/>
          <p14:tracePt t="70073" x="5783263" y="1527175"/>
          <p14:tracePt t="70081" x="5783263" y="1489075"/>
          <p14:tracePt t="70089" x="5783263" y="1463675"/>
          <p14:tracePt t="70099" x="5783263" y="1450975"/>
          <p14:tracePt t="70195" x="5808663" y="1463675"/>
          <p14:tracePt t="70203" x="5821363" y="1463675"/>
          <p14:tracePt t="70303" x="5857875" y="1476375"/>
          <p14:tracePt t="70309" x="5921375" y="1476375"/>
          <p14:tracePt t="70317" x="6034088" y="1450975"/>
          <p14:tracePt t="70325" x="6208713" y="1363663"/>
          <p14:tracePt t="70333" x="6472238" y="1227138"/>
          <p14:tracePt t="70354" x="7185025" y="912813"/>
          <p14:tracePt t="70358" x="7397750" y="812800"/>
          <p14:tracePt t="70365" x="7585075" y="750888"/>
          <p14:tracePt t="70373" x="7723188" y="688975"/>
          <p14:tracePt t="70381" x="7874000" y="650875"/>
          <p14:tracePt t="70389" x="7974013" y="612775"/>
          <p14:tracePt t="70397" x="8048625" y="600075"/>
          <p14:tracePt t="70404" x="8086725" y="600075"/>
          <p14:tracePt t="70413" x="8099425" y="588963"/>
          <p14:tracePt t="70422" x="8110538" y="588963"/>
          <p14:tracePt t="70492" x="8123238" y="588963"/>
          <p14:tracePt t="70536" x="8148638" y="588963"/>
          <p14:tracePt t="70552" x="8161338" y="600075"/>
          <p14:tracePt t="70566" x="8174038" y="600075"/>
          <p14:tracePt t="70582" x="8186738" y="600075"/>
          <p14:tracePt t="70598" x="8199438" y="600075"/>
          <p14:tracePt t="70606" x="8212138" y="600075"/>
          <p14:tracePt t="70614" x="8223250" y="600075"/>
          <p14:tracePt t="70623" x="8261350" y="600075"/>
          <p14:tracePt t="70632" x="8274050" y="588963"/>
          <p14:tracePt t="70638" x="8299450" y="588963"/>
          <p14:tracePt t="70646" x="8312150" y="588963"/>
          <p14:tracePt t="70654" x="8348663" y="588963"/>
          <p14:tracePt t="70662" x="8374063" y="576263"/>
          <p14:tracePt t="70671" x="8386763" y="563563"/>
          <p14:tracePt t="70678" x="8399463" y="563563"/>
          <p14:tracePt t="70731" x="8412163" y="563563"/>
          <p14:tracePt t="70747" x="8424863" y="563563"/>
          <p14:tracePt t="70755" x="8435975" y="563563"/>
          <p14:tracePt t="75442" x="8486775" y="638175"/>
          <p14:tracePt t="75451" x="8461375" y="763588"/>
          <p14:tracePt t="75457" x="8461375" y="901700"/>
          <p14:tracePt t="75466" x="8474075" y="1001713"/>
          <p14:tracePt t="75474" x="8499475" y="1038225"/>
          <p14:tracePt t="75482" x="8524875" y="1050925"/>
          <p14:tracePt t="75490" x="8548688" y="1076325"/>
          <p14:tracePt t="75497" x="8586788" y="1089025"/>
          <p14:tracePt t="75506" x="8599488" y="1114425"/>
          <p14:tracePt t="75513" x="8612188" y="1138238"/>
          <p14:tracePt t="75521" x="8624888" y="1176338"/>
          <p14:tracePt t="75529" x="8661400" y="1238250"/>
          <p14:tracePt t="75538" x="8699500" y="1301750"/>
          <p14:tracePt t="75545" x="8724900" y="1363663"/>
          <p14:tracePt t="75555" x="8750300" y="1450975"/>
          <p14:tracePt t="75561" x="8774113" y="1539875"/>
          <p14:tracePt t="75571" x="8799513" y="1663700"/>
          <p14:tracePt t="75577" x="8824913" y="1814513"/>
          <p14:tracePt t="75587" x="8837613" y="1965325"/>
          <p14:tracePt t="75593" x="8863013" y="2127250"/>
          <p14:tracePt t="75601" x="8886825" y="2365375"/>
          <p14:tracePt t="75609" x="8999538" y="2803525"/>
          <p14:tracePt t="75618" x="9137650" y="3303588"/>
          <p14:tracePt t="75625" x="9301163" y="3792538"/>
          <p14:tracePt t="75633" x="9437688" y="4292600"/>
          <p14:tracePt t="75641" x="9537700" y="4730750"/>
          <p14:tracePt t="75649" x="9675813" y="5143500"/>
          <p14:tracePt t="75657" x="9750425" y="5443538"/>
          <p14:tracePt t="75665" x="9801225" y="5681663"/>
          <p14:tracePt t="75673" x="9826625" y="5907088"/>
          <p14:tracePt t="75683" x="9839325" y="6069013"/>
          <p14:tracePt t="75691" x="9863138" y="6232525"/>
          <p14:tracePt t="75698" x="9863138" y="6381750"/>
          <p14:tracePt t="75706" x="9863138" y="6519863"/>
          <p14:tracePt t="75714" x="9863138" y="6657975"/>
          <p14:tracePt t="75722" x="9839325" y="6770688"/>
          <p14:tracePt t="76366" x="5595938" y="6670675"/>
          <p14:tracePt t="76374" x="5507038" y="6570663"/>
          <p14:tracePt t="76381" x="5407025" y="6483350"/>
          <p14:tracePt t="76388" x="5319713" y="6394450"/>
          <p14:tracePt t="76397" x="5219700" y="6319838"/>
          <p14:tracePt t="76406" x="5132388" y="6257925"/>
          <p14:tracePt t="76413" x="5045075" y="6194425"/>
          <p14:tracePt t="76421" x="4945063" y="6107113"/>
          <p14:tracePt t="76429" x="4843463" y="6069013"/>
          <p14:tracePt t="76438" x="4732338" y="6032500"/>
          <p14:tracePt t="76445" x="4630738" y="5994400"/>
          <p14:tracePt t="76455" x="4506913" y="5956300"/>
          <p14:tracePt t="76461" x="4368800" y="5894388"/>
          <p14:tracePt t="76471" x="4268788" y="5856288"/>
          <p14:tracePt t="76479" x="4156075" y="5819775"/>
          <p14:tracePt t="76489" x="4056063" y="5781675"/>
          <p14:tracePt t="76495" x="3968750" y="5756275"/>
          <p14:tracePt t="76504" x="3892550" y="5732463"/>
          <p14:tracePt t="76511" x="3843338" y="5719763"/>
          <p14:tracePt t="76522" x="3792538" y="5707063"/>
          <p14:tracePt t="76527" x="3730625" y="5694363"/>
          <p14:tracePt t="76538" x="3679825" y="5668963"/>
          <p14:tracePt t="76543" x="3617913" y="5656263"/>
          <p14:tracePt t="76554" x="3579813" y="5656263"/>
          <p14:tracePt t="76561" x="3554413" y="5656263"/>
          <p14:tracePt t="76572" x="3541713" y="5656263"/>
          <p14:tracePt t="76577" x="3505200" y="5656263"/>
          <p14:tracePt t="76588" x="3429000" y="5656263"/>
          <p14:tracePt t="76593" x="3341688" y="5681663"/>
          <p14:tracePt t="76602" x="3228975" y="5694363"/>
          <p14:tracePt t="76609" x="3103563" y="5719763"/>
          <p14:tracePt t="76618" x="2967038" y="5781675"/>
          <p14:tracePt t="76625" x="2828925" y="5843588"/>
          <p14:tracePt t="76639" x="2728913" y="5919788"/>
          <p14:tracePt t="76641" x="2628900" y="5981700"/>
          <p14:tracePt t="76650" x="2554288" y="6019800"/>
          <p14:tracePt t="76657" x="2490788" y="6056313"/>
          <p14:tracePt t="76665" x="2428875" y="6081713"/>
          <p14:tracePt t="76673" x="2378075" y="6094413"/>
          <p14:tracePt t="76681" x="2339975" y="6119813"/>
          <p14:tracePt t="76690" x="2316163" y="6132513"/>
          <p14:tracePt t="76697" x="2303463" y="6145213"/>
          <p14:tracePt t="76705" x="2278063" y="6157913"/>
          <p14:tracePt t="76722" x="2265363" y="6169025"/>
          <p14:tracePt t="90080" x="3492500" y="5981700"/>
          <p14:tracePt t="90087" x="4456113" y="5868988"/>
          <p14:tracePt t="90095" x="4981575" y="5807075"/>
          <p14:tracePt t="90108" x="5345113" y="5743575"/>
          <p14:tracePt t="90112" x="5570538" y="5694363"/>
          <p14:tracePt t="90125" x="5719763" y="5668963"/>
          <p14:tracePt t="90127" x="5821363" y="5643563"/>
          <p14:tracePt t="90137" x="5895975" y="5630863"/>
          <p14:tracePt t="90145" x="5921375" y="5619750"/>
          <p14:tracePt t="90154" x="5945188" y="5594350"/>
          <p14:tracePt t="90161" x="5970588" y="5594350"/>
          <p14:tracePt t="90171" x="5995988" y="5581650"/>
          <p14:tracePt t="90177" x="6021388" y="5568950"/>
          <p14:tracePt t="90188" x="6057900" y="5556250"/>
          <p14:tracePt t="90193" x="6083300" y="5530850"/>
          <p14:tracePt t="90201" x="6096000" y="5530850"/>
          <p14:tracePt t="90209" x="6121400" y="5507038"/>
          <p14:tracePt t="90218" x="6146800" y="5494338"/>
          <p14:tracePt t="90225" x="6196013" y="5468938"/>
          <p14:tracePt t="90233" x="6296025" y="5443538"/>
          <p14:tracePt t="90241" x="6421438" y="5418138"/>
          <p14:tracePt t="90248" x="6572250" y="5394325"/>
          <p14:tracePt t="90256" x="6721475" y="5356225"/>
          <p14:tracePt t="90264" x="6872288" y="5318125"/>
          <p14:tracePt t="90272" x="7021513" y="5294313"/>
          <p14:tracePt t="90280" x="7146925" y="5230813"/>
          <p14:tracePt t="90288" x="7272338" y="5168900"/>
          <p14:tracePt t="90296" x="7385050" y="5105400"/>
          <p14:tracePt t="90305" x="7472363" y="5030788"/>
          <p14:tracePt t="90312" x="7561263" y="4968875"/>
          <p14:tracePt t="90320" x="7661275" y="4905375"/>
          <p14:tracePt t="90328" x="7773988" y="4868863"/>
          <p14:tracePt t="90336" x="7910513" y="4818063"/>
          <p14:tracePt t="90354" x="8512175" y="4656138"/>
          <p14:tracePt t="90361" x="8999538" y="4492625"/>
          <p14:tracePt t="90370" x="9513888" y="4330700"/>
          <p14:tracePt t="90376" x="9988550" y="4192588"/>
          <p14:tracePt t="90386" x="10464800" y="4067175"/>
          <p14:tracePt t="90393" x="10864850" y="3954463"/>
          <p14:tracePt t="90401" x="11202988" y="3879850"/>
          <p14:tracePt t="90408" x="11428413" y="3829050"/>
          <p14:tracePt t="90417" x="11603038" y="3779838"/>
          <p14:tracePt t="90424" x="11741150" y="3754438"/>
          <p14:tracePt t="90432" x="11841163" y="3741738"/>
          <p14:tracePt t="90440" x="11928475" y="3716338"/>
          <p14:tracePt t="90448" x="11979275" y="3703638"/>
          <p14:tracePt t="90456" x="12017375" y="3703638"/>
          <p14:tracePt t="90464" x="12041188" y="3692525"/>
          <p14:tracePt t="90472" x="12079288" y="3692525"/>
          <p14:tracePt t="90480" x="12091988" y="3679825"/>
          <p14:tracePt t="90489" x="12104688" y="3679825"/>
          <p14:tracePt t="90497" x="12130088" y="3667125"/>
          <p14:tracePt t="90505" x="12141200" y="3667125"/>
          <p14:tracePt t="90513" x="12153900" y="3667125"/>
          <p14:tracePt t="90522" x="12166600" y="3667125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384048"/>
            <a:ext cx="517051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D"/>
                </a:solidFill>
                <a:latin typeface="Aptos Display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Overall HealthConnect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965960"/>
            <a:ext cx="1600200" cy="1554480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2084831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endParaRPr dirty="0">
              <a:solidFill>
                <a:srgbClr val="FF0000"/>
              </a:solidFill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1" y="2373868"/>
            <a:ext cx="14173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Patient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Appointment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965960"/>
            <a:ext cx="160020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68880" y="2084831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endParaRPr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0" y="2395828"/>
            <a:ext cx="88639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Data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965960"/>
            <a:ext cx="1600200" cy="1554480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34840" y="2084831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83382" y="2373868"/>
            <a:ext cx="14173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Predictive /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Technical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19" y="1965960"/>
            <a:ext cx="160020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799" y="2084831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85256" y="2373868"/>
            <a:ext cx="8018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AI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965960"/>
            <a:ext cx="1600200" cy="1554480"/>
          </a:xfrm>
          <a:prstGeom prst="roundRect">
            <a:avLst/>
          </a:prstGeom>
          <a:solidFill>
            <a:srgbClr val="E7F3E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66759" y="2084831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69887" y="2399724"/>
            <a:ext cx="11833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Project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1965960"/>
            <a:ext cx="1600200" cy="1554480"/>
          </a:xfrm>
          <a:prstGeom prst="roundRect">
            <a:avLst/>
          </a:prstGeom>
          <a:solidFill>
            <a:srgbClr val="FAF2E1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332719" y="2084831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149840" y="2399724"/>
            <a:ext cx="8956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02832"/>
                </a:solidFill>
                <a:latin typeface="Aptos"/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Business</a:t>
            </a:r>
            <a:br>
              <a:rPr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186" y="4297680"/>
            <a:ext cx="11715708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6263D"/>
                </a:solidFill>
                <a:latin typeface="Aptos Display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Business objective: reduce missed appointments and improve the patient support experience.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5869" y="5257800"/>
            <a:ext cx="705834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Technical workstreams are shown as the intended solution structure; only verified evidence is presented as completed.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19088"/>
            <a:ext cx="323999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HealthConnect Clinic Experience Lab • Project Management Track</a:t>
            </a:r>
          </a:p>
        </p:txBody>
      </p:sp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BD0D22FC-3DBE-4B5B-BD35-999827E545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1828"/>
    </mc:Choice>
    <mc:Fallback>
      <p:transition spd="slow" advTm="1318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94" x="11791950" y="3741738"/>
          <p14:tracePt t="501" x="11490325" y="3816350"/>
          <p14:tracePt t="512" x="11115675" y="3929063"/>
          <p14:tracePt t="516" x="10677525" y="4029075"/>
          <p14:tracePt t="527" x="10213975" y="4141788"/>
          <p14:tracePt t="532" x="9613900" y="4292600"/>
          <p14:tracePt t="540" x="8899525" y="4518025"/>
          <p14:tracePt t="548" x="8135938" y="4805363"/>
          <p14:tracePt t="556" x="7323138" y="5130800"/>
          <p14:tracePt t="564" x="6572250" y="5407025"/>
          <p14:tracePt t="572" x="5883275" y="5668963"/>
          <p14:tracePt t="580" x="5332413" y="5856288"/>
          <p14:tracePt t="588" x="4894263" y="5981700"/>
          <p14:tracePt t="596" x="4518025" y="6069013"/>
          <p14:tracePt t="604" x="4168775" y="6107113"/>
          <p14:tracePt t="614" x="3817938" y="6145213"/>
          <p14:tracePt t="622" x="3492500" y="6181725"/>
          <p14:tracePt t="631" x="3167063" y="6245225"/>
          <p14:tracePt t="638" x="2754313" y="6345238"/>
          <p14:tracePt t="646" x="2316163" y="6457950"/>
          <p14:tracePt t="654" x="1865313" y="6507163"/>
          <p14:tracePt t="662" x="1389063" y="6507163"/>
          <p14:tracePt t="670" x="938213" y="6519863"/>
          <p14:tracePt t="678" x="600075" y="6519863"/>
          <p14:tracePt t="686" x="412750" y="6519863"/>
          <p14:tracePt t="694" x="300038" y="6494463"/>
          <p14:tracePt t="702" x="274638" y="6483350"/>
          <p14:tracePt t="710" x="250825" y="6470650"/>
          <p14:tracePt t="718" x="250825" y="6457950"/>
          <p14:tracePt t="772" x="250825" y="6445250"/>
          <p14:tracePt t="780" x="263525" y="6432550"/>
          <p14:tracePt t="788" x="300038" y="6407150"/>
          <p14:tracePt t="796" x="325438" y="6381750"/>
          <p14:tracePt t="804" x="350838" y="6357938"/>
          <p14:tracePt t="812" x="350838" y="6332538"/>
          <p14:tracePt t="820" x="376238" y="6307138"/>
          <p14:tracePt t="828" x="387350" y="6294438"/>
          <p14:tracePt t="836" x="400050" y="6257925"/>
          <p14:tracePt t="844" x="412750" y="6232525"/>
          <p14:tracePt t="851" x="425450" y="6219825"/>
          <p14:tracePt t="859" x="438150" y="6207125"/>
          <p14:tracePt t="884" x="438150" y="6181725"/>
          <p14:tracePt t="893" x="438150" y="6169025"/>
          <p14:tracePt t="900" x="438150" y="6145213"/>
          <p14:tracePt t="909" x="438150" y="6132513"/>
          <p14:tracePt t="916" x="438150" y="6094413"/>
          <p14:tracePt t="925" x="450850" y="6081713"/>
          <p14:tracePt t="932" x="463550" y="6056313"/>
          <p14:tracePt t="940" x="488950" y="6032500"/>
          <p14:tracePt t="948" x="500063" y="6007100"/>
          <p14:tracePt t="956" x="525463" y="5969000"/>
          <p14:tracePt t="964" x="576263" y="5907088"/>
          <p14:tracePt t="972" x="612775" y="5832475"/>
          <p14:tracePt t="980" x="650875" y="5781675"/>
          <p14:tracePt t="988" x="663575" y="5732463"/>
          <p14:tracePt t="996" x="676275" y="5681663"/>
          <p14:tracePt t="1004" x="701675" y="5668963"/>
          <p14:tracePt t="1012" x="701675" y="5630863"/>
          <p14:tracePt t="1020" x="701675" y="5619750"/>
          <p14:tracePt t="1028" x="701675" y="5607050"/>
          <p14:tracePt t="1036" x="712788" y="5607050"/>
          <p14:tracePt t="1044" x="712788" y="5594350"/>
          <p14:tracePt t="1060" x="725488" y="5594350"/>
          <p14:tracePt t="1068" x="738188" y="5594350"/>
          <p14:tracePt t="19116" x="738188" y="5630863"/>
          <p14:tracePt t="19123" x="763588" y="5743575"/>
          <p14:tracePt t="19131" x="814388" y="5856288"/>
          <p14:tracePt t="19138" x="876300" y="5994400"/>
          <p14:tracePt t="19147" x="963613" y="6145213"/>
          <p14:tracePt t="19154" x="1027113" y="6281738"/>
          <p14:tracePt t="19162" x="1114425" y="6432550"/>
          <p14:tracePt t="19170" x="1201738" y="6545263"/>
          <p14:tracePt t="19178" x="1263650" y="6657975"/>
          <p14:tracePt t="19186" x="1339850" y="6757988"/>
          <p14:tracePt t="19194" x="1389063" y="6845300"/>
          <p14:tracePt t="19808" x="2328863" y="6719888"/>
          <p14:tracePt t="19815" x="2616200" y="6532563"/>
          <p14:tracePt t="19823" x="2890838" y="6281738"/>
          <p14:tracePt t="19831" x="3241675" y="5994400"/>
          <p14:tracePt t="19839" x="3567113" y="5694363"/>
          <p14:tracePt t="19846" x="3892550" y="5368925"/>
          <p14:tracePt t="19855" x="4256088" y="5030788"/>
          <p14:tracePt t="19863" x="4581525" y="4705350"/>
          <p14:tracePt t="19872" x="4919663" y="4379913"/>
          <p14:tracePt t="19880" x="5245100" y="4017963"/>
          <p14:tracePt t="19888" x="5583238" y="3692525"/>
          <p14:tracePt t="19906" x="6259513" y="3028950"/>
          <p14:tracePt t="19912" x="6496050" y="2765425"/>
          <p14:tracePt t="19920" x="6708775" y="2540000"/>
          <p14:tracePt t="19928" x="6859588" y="2390775"/>
          <p14:tracePt t="19936" x="6972300" y="2278063"/>
          <p14:tracePt t="19944" x="7034213" y="2190750"/>
          <p14:tracePt t="19952" x="7110413" y="2089150"/>
          <p14:tracePt t="19961" x="7185025" y="2001838"/>
          <p14:tracePt t="19968" x="7235825" y="1901825"/>
          <p14:tracePt t="19977" x="7285038" y="1852613"/>
          <p14:tracePt t="19984" x="7323138" y="1789113"/>
          <p14:tracePt t="19994" x="7348538" y="1752600"/>
          <p14:tracePt t="20000" x="7372350" y="1689100"/>
          <p14:tracePt t="20009" x="7397750" y="1663700"/>
          <p14:tracePt t="20016" x="7410450" y="1652588"/>
          <p14:tracePt t="20027" x="7435850" y="1614488"/>
          <p14:tracePt t="20032" x="7485063" y="1552575"/>
          <p14:tracePt t="20040" x="7548563" y="1476375"/>
          <p14:tracePt t="20062" x="7685088" y="1339850"/>
          <p14:tracePt t="20064" x="7748588" y="1276350"/>
          <p14:tracePt t="20072" x="7785100" y="1227138"/>
          <p14:tracePt t="20080" x="7810500" y="1201738"/>
          <p14:tracePt t="20088" x="7823200" y="1176338"/>
          <p14:tracePt t="20096" x="7848600" y="1150938"/>
          <p14:tracePt t="20104" x="7848600" y="1138238"/>
          <p14:tracePt t="20113" x="7848600" y="1125538"/>
          <p14:tracePt t="20193" x="7861300" y="1125538"/>
          <p14:tracePt t="20200" x="7874000" y="1114425"/>
          <p14:tracePt t="20210" x="7886700" y="1114425"/>
          <p14:tracePt t="20216" x="7910513" y="1076325"/>
          <p14:tracePt t="20229" x="7923213" y="1076325"/>
          <p14:tracePt t="20233" x="7948613" y="1063625"/>
          <p14:tracePt t="20242" x="7961313" y="1038225"/>
          <p14:tracePt t="20248" x="7986713" y="1038225"/>
          <p14:tracePt t="20256" x="7999413" y="1038225"/>
          <p14:tracePt t="20264" x="8023225" y="1014413"/>
          <p14:tracePt t="20273" x="8061325" y="1001713"/>
          <p14:tracePt t="20280" x="8099425" y="976313"/>
          <p14:tracePt t="20288" x="8110538" y="976313"/>
          <p14:tracePt t="20296" x="8123238" y="963613"/>
          <p14:tracePt t="20450" x="8135938" y="950913"/>
          <p14:tracePt t="20457" x="8174038" y="938213"/>
          <p14:tracePt t="20465" x="8186738" y="912813"/>
          <p14:tracePt t="20474" x="8212138" y="912813"/>
          <p14:tracePt t="20480" x="8223250" y="889000"/>
          <p14:tracePt t="20489" x="8248650" y="889000"/>
          <p14:tracePt t="20495" x="8274050" y="876300"/>
          <p14:tracePt t="20503" x="8274050" y="863600"/>
          <p14:tracePt t="20519" x="8286750" y="850900"/>
          <p14:tracePt t="20536" x="8299450" y="825500"/>
          <p14:tracePt t="20552" x="8312150" y="812800"/>
          <p14:tracePt t="20560" x="8324850" y="801688"/>
          <p14:tracePt t="20568" x="8324850" y="788988"/>
          <p14:tracePt t="20584" x="8335963" y="776288"/>
          <p14:tracePt t="20595" x="8348663" y="763588"/>
          <p14:tracePt t="20601" x="8361363" y="750888"/>
          <p14:tracePt t="20611" x="8374063" y="738188"/>
          <p14:tracePt t="20616" x="8386763" y="712788"/>
          <p14:tracePt t="20628" x="8412163" y="688975"/>
          <p14:tracePt t="20650" x="8412163" y="676275"/>
          <p14:tracePt t="20657" x="8424863" y="663575"/>
          <p14:tracePt t="20664" x="8435975" y="650875"/>
          <p14:tracePt t="20680" x="8448675" y="638175"/>
          <p14:tracePt t="20688" x="8448675" y="600075"/>
          <p14:tracePt t="20696" x="8474075" y="600075"/>
          <p14:tracePt t="20704" x="8486775" y="576263"/>
          <p14:tracePt t="71928" x="8386763" y="700088"/>
          <p14:tracePt t="71938" x="8312150" y="850900"/>
          <p14:tracePt t="71945" x="8248650" y="989013"/>
          <p14:tracePt t="71953" x="8186738" y="1101725"/>
          <p14:tracePt t="71963" x="8148638" y="1227138"/>
          <p14:tracePt t="71969" x="8123238" y="1327150"/>
          <p14:tracePt t="71979" x="8099425" y="1439863"/>
          <p14:tracePt t="71985" x="8086725" y="1539875"/>
          <p14:tracePt t="71996" x="8061325" y="1676400"/>
          <p14:tracePt t="72001" x="8035925" y="1827213"/>
          <p14:tracePt t="72010" x="7999413" y="1978025"/>
          <p14:tracePt t="72016" x="7974013" y="2114550"/>
          <p14:tracePt t="72024" x="7961313" y="2227263"/>
          <p14:tracePt t="72032" x="7948613" y="2327275"/>
          <p14:tracePt t="72040" x="7923213" y="2439988"/>
          <p14:tracePt t="72048" x="7910513" y="2516188"/>
          <p14:tracePt t="72056" x="7886700" y="2616200"/>
          <p14:tracePt t="72064" x="7874000" y="2678113"/>
          <p14:tracePt t="72072" x="7861300" y="2728913"/>
          <p14:tracePt t="72080" x="7848600" y="2790825"/>
          <p14:tracePt t="72088" x="7848600" y="2816225"/>
          <p14:tracePt t="72096" x="7835900" y="2828925"/>
          <p14:tracePt t="72104" x="7835900" y="2852738"/>
          <p14:tracePt t="72183" x="7823200" y="2865438"/>
          <p14:tracePt t="72200" x="7823200" y="2890838"/>
          <p14:tracePt t="72208" x="7810500" y="2903538"/>
          <p14:tracePt t="72232" x="7810500" y="2916238"/>
          <p14:tracePt t="72249" x="7797800" y="2916238"/>
          <p14:tracePt t="72274" x="7785100" y="2916238"/>
          <p14:tracePt t="72282" x="7761288" y="2928938"/>
          <p14:tracePt t="72298" x="7735888" y="2952750"/>
          <p14:tracePt t="72306" x="7723188" y="2978150"/>
          <p14:tracePt t="72314" x="7710488" y="3016250"/>
          <p14:tracePt t="72322" x="7685088" y="3065463"/>
          <p14:tracePt t="72330" x="7673975" y="3154363"/>
          <p14:tracePt t="72338" x="7648575" y="3278188"/>
          <p14:tracePt t="72346" x="7610475" y="3467100"/>
          <p14:tracePt t="72354" x="7561263" y="3692525"/>
          <p14:tracePt t="72363" x="7535863" y="3916363"/>
          <p14:tracePt t="72371" x="7485063" y="4092575"/>
          <p14:tracePt t="72378" x="7459663" y="4241800"/>
          <p14:tracePt t="72386" x="7435850" y="4341813"/>
          <p14:tracePt t="72394" x="7423150" y="4430713"/>
          <p14:tracePt t="72402" x="7410450" y="4505325"/>
          <p14:tracePt t="72410" x="7397750" y="4567238"/>
          <p14:tracePt t="72418" x="7372350" y="4630738"/>
          <p14:tracePt t="72427" x="7372350" y="4656138"/>
          <p14:tracePt t="72791" x="7348538" y="4656138"/>
          <p14:tracePt t="72798" x="7310438" y="4656138"/>
          <p14:tracePt t="72807" x="7246938" y="4656138"/>
          <p14:tracePt t="72815" x="7185025" y="4656138"/>
          <p14:tracePt t="72823" x="7085013" y="4630738"/>
          <p14:tracePt t="72830" x="6985000" y="4605338"/>
          <p14:tracePt t="72839" x="6921500" y="4592638"/>
          <p14:tracePt t="72847" x="6910388" y="4592638"/>
          <p14:tracePt t="72863" x="6897688" y="4592638"/>
          <p14:tracePt t="79045" x="6985000" y="4643438"/>
          <p14:tracePt t="79055" x="7059613" y="4692650"/>
          <p14:tracePt t="79062" x="7123113" y="4743450"/>
          <p14:tracePt t="79069" x="7146925" y="4768850"/>
          <p14:tracePt t="79079" x="7159625" y="4779963"/>
          <p14:tracePt t="79085" x="7185025" y="4792663"/>
          <p14:tracePt t="79092" x="7197725" y="4805363"/>
          <p14:tracePt t="79100" x="7210425" y="4805363"/>
          <p14:tracePt t="79116" x="7223125" y="4805363"/>
          <p14:tracePt t="79124" x="7235825" y="4805363"/>
          <p14:tracePt t="79132" x="7259638" y="4805363"/>
          <p14:tracePt t="79140" x="7297738" y="4805363"/>
          <p14:tracePt t="79148" x="7348538" y="4805363"/>
          <p14:tracePt t="79156" x="7397750" y="4805363"/>
          <p14:tracePt t="79164" x="7472363" y="4805363"/>
          <p14:tracePt t="79172" x="7523163" y="4805363"/>
          <p14:tracePt t="79180" x="7572375" y="4805363"/>
          <p14:tracePt t="79188" x="7597775" y="4805363"/>
          <p14:tracePt t="79196" x="7623175" y="4805363"/>
          <p14:tracePt t="79204" x="7648575" y="4805363"/>
          <p14:tracePt t="79211" x="7673975" y="4805363"/>
          <p14:tracePt t="79220" x="7710488" y="4805363"/>
          <p14:tracePt t="79228" x="7735888" y="4805363"/>
          <p14:tracePt t="79236" x="7748588" y="4805363"/>
          <p14:tracePt t="79244" x="7785100" y="4805363"/>
          <p14:tracePt t="79252" x="7835900" y="4792663"/>
          <p14:tracePt t="79260" x="7897813" y="4779963"/>
          <p14:tracePt t="79268" x="7961313" y="4756150"/>
          <p14:tracePt t="79276" x="8023225" y="4730750"/>
          <p14:tracePt t="79284" x="8099425" y="4705350"/>
          <p14:tracePt t="79293" x="8135938" y="4692650"/>
          <p14:tracePt t="79300" x="8161338" y="4667250"/>
          <p14:tracePt t="79309" x="8199438" y="4643438"/>
          <p14:tracePt t="79316" x="8261350" y="4630738"/>
          <p14:tracePt t="79324" x="8324850" y="4592638"/>
          <p14:tracePt t="79332" x="8374063" y="4554538"/>
          <p14:tracePt t="79340" x="8399463" y="4530725"/>
          <p14:tracePt t="79348" x="8435975" y="4492625"/>
          <p14:tracePt t="79356" x="8461375" y="4467225"/>
          <p14:tracePt t="79364" x="8474075" y="4454525"/>
          <p14:tracePt t="79374" x="8486775" y="4430713"/>
          <p14:tracePt t="79382" x="8524875" y="4392613"/>
          <p14:tracePt t="79390" x="8561388" y="4367213"/>
          <p14:tracePt t="79397" x="8624888" y="4330700"/>
          <p14:tracePt t="79406" x="8674100" y="4292600"/>
          <p14:tracePt t="79414" x="8737600" y="4254500"/>
          <p14:tracePt t="79422" x="8812213" y="4217988"/>
          <p14:tracePt t="79430" x="8874125" y="4179888"/>
          <p14:tracePt t="79437" x="8924925" y="4167188"/>
          <p14:tracePt t="79446" x="8986838" y="4154488"/>
          <p14:tracePt t="79454" x="9037638" y="4141788"/>
          <p14:tracePt t="79461" x="9088438" y="4129088"/>
          <p14:tracePt t="79469" x="9150350" y="4105275"/>
          <p14:tracePt t="79478" x="9212263" y="4092575"/>
          <p14:tracePt t="79486" x="9288463" y="4079875"/>
          <p14:tracePt t="79493" x="9363075" y="4054475"/>
          <p14:tracePt t="79502" x="9450388" y="4041775"/>
          <p14:tracePt t="79510" x="9525000" y="4041775"/>
          <p14:tracePt t="79517" x="9601200" y="4041775"/>
          <p14:tracePt t="79526" x="9663113" y="4041775"/>
          <p14:tracePt t="79534" x="9739313" y="4041775"/>
          <p14:tracePt t="79542" x="9775825" y="4041775"/>
          <p14:tracePt t="79549" x="9801225" y="4041775"/>
          <p14:tracePt t="79635" x="9801225" y="4029075"/>
          <p14:tracePt t="79697" x="9801225" y="4017963"/>
          <p14:tracePt t="90601" x="9713913" y="3454400"/>
          <p14:tracePt t="90610" x="9675813" y="3065463"/>
          <p14:tracePt t="90617" x="9675813" y="2890838"/>
          <p14:tracePt t="90626" x="9675813" y="2765425"/>
          <p14:tracePt t="90632" x="9675813" y="2665413"/>
          <p14:tracePt t="90640" x="9675813" y="2578100"/>
          <p14:tracePt t="90648" x="9675813" y="2527300"/>
          <p14:tracePt t="90656" x="9675813" y="2452688"/>
          <p14:tracePt t="90664" x="9675813" y="2403475"/>
          <p14:tracePt t="90671" x="9675813" y="2352675"/>
          <p14:tracePt t="90680" x="9675813" y="2327275"/>
          <p14:tracePt t="90688" x="9675813" y="2314575"/>
          <p14:tracePt t="90696" x="9688513" y="2290763"/>
          <p14:tracePt t="90703" x="9688513" y="2265363"/>
          <p14:tracePt t="90712" x="9688513" y="2239963"/>
          <p14:tracePt t="90720" x="9701213" y="2201863"/>
          <p14:tracePt t="90729" x="9713913" y="2152650"/>
          <p14:tracePt t="90737" x="9713913" y="2101850"/>
          <p14:tracePt t="90746" x="9713913" y="2039938"/>
          <p14:tracePt t="90753" x="9726613" y="1978025"/>
          <p14:tracePt t="90760" x="9726613" y="1927225"/>
          <p14:tracePt t="90768" x="9726613" y="1865313"/>
          <p14:tracePt t="90776" x="9726613" y="1801813"/>
          <p14:tracePt t="90784" x="9726613" y="1752600"/>
          <p14:tracePt t="90793" x="9726613" y="1701800"/>
          <p14:tracePt t="90800" x="9726613" y="1676400"/>
          <p14:tracePt t="90810" x="9726613" y="1639888"/>
          <p14:tracePt t="90826" x="9726613" y="1627188"/>
          <p14:tracePt t="90832" x="9726613" y="1589088"/>
          <p14:tracePt t="90840" x="9713913" y="1563688"/>
          <p14:tracePt t="90848" x="9701213" y="1552575"/>
          <p14:tracePt t="90856" x="9688513" y="1527175"/>
          <p14:tracePt t="90864" x="9675813" y="1514475"/>
          <p14:tracePt t="90872" x="9663113" y="1501775"/>
          <p14:tracePt t="90880" x="9637713" y="1476375"/>
          <p14:tracePt t="90888" x="9637713" y="1463675"/>
          <p14:tracePt t="90896" x="9613900" y="1439863"/>
          <p14:tracePt t="90904" x="9601200" y="1414463"/>
          <p14:tracePt t="90912" x="9575800" y="1401763"/>
          <p14:tracePt t="90920" x="9575800" y="1376363"/>
          <p14:tracePt t="90928" x="9537700" y="1350963"/>
          <p14:tracePt t="90936" x="9513888" y="1327150"/>
          <p14:tracePt t="90944" x="9501188" y="1314450"/>
          <p14:tracePt t="90952" x="9463088" y="1301750"/>
          <p14:tracePt t="90960" x="9424988" y="1289050"/>
          <p14:tracePt t="90968" x="9388475" y="1250950"/>
          <p14:tracePt t="90977" x="9375775" y="1250950"/>
          <p14:tracePt t="90984" x="9350375" y="1227138"/>
          <p14:tracePt t="90993" x="9324975" y="1227138"/>
          <p14:tracePt t="91000" x="9288463" y="1189038"/>
          <p14:tracePt t="91009" x="9224963" y="1163638"/>
          <p14:tracePt t="91018" x="9175750" y="1138238"/>
          <p14:tracePt t="91027" x="9112250" y="1125538"/>
          <p14:tracePt t="91034" x="9050338" y="1089025"/>
          <p14:tracePt t="91044" x="8975725" y="1063625"/>
          <p14:tracePt t="91050" x="8924925" y="1038225"/>
          <p14:tracePt t="91060" x="8874125" y="1014413"/>
          <p14:tracePt t="91066" x="8850313" y="1001713"/>
          <p14:tracePt t="91074" x="8837613" y="1001713"/>
          <p14:tracePt t="91082" x="8824913" y="989013"/>
          <p14:tracePt t="91090" x="8799513" y="976313"/>
          <p14:tracePt t="91134" x="8799513" y="950913"/>
          <p14:tracePt t="91142" x="8799513" y="938213"/>
          <p14:tracePt t="91166" x="8799513" y="912813"/>
          <p14:tracePt t="91176" x="8799513" y="889000"/>
          <p14:tracePt t="91183" x="8786813" y="876300"/>
          <p14:tracePt t="91191" x="8786813" y="863600"/>
          <p14:tracePt t="91199" x="8774113" y="825500"/>
          <p14:tracePt t="91206" x="8763000" y="812800"/>
          <p14:tracePt t="91215" x="8750300" y="801688"/>
          <p14:tracePt t="91222" x="8724900" y="776288"/>
          <p14:tracePt t="91232" x="8724900" y="763588"/>
          <p14:tracePt t="91238" x="8712200" y="763588"/>
          <p14:tracePt t="91246" x="8699500" y="738188"/>
          <p14:tracePt t="91262" x="8686800" y="725488"/>
          <p14:tracePt t="91270" x="8686800" y="712788"/>
          <p14:tracePt t="91278" x="8686800" y="700088"/>
          <p14:tracePt t="91286" x="8674100" y="700088"/>
          <p14:tracePt t="91294" x="8674100" y="688975"/>
          <p14:tracePt t="91310" x="8661400" y="676275"/>
          <p14:tracePt t="91318" x="8650288" y="676275"/>
          <p14:tracePt t="91326" x="8637588" y="650875"/>
          <p14:tracePt t="91334" x="8612188" y="650875"/>
          <p14:tracePt t="91358" x="8599488" y="650875"/>
          <p14:tracePt t="91392" x="8599488" y="638175"/>
          <p14:tracePt t="91418" x="8599488" y="625475"/>
          <p14:tracePt t="91425" x="8599488" y="612775"/>
          <p14:tracePt t="91432" x="8586788" y="612775"/>
          <p14:tracePt t="91441" x="8586788" y="600075"/>
          <p14:tracePt t="91456" x="8586788" y="588963"/>
          <p14:tracePt t="91480" x="8586788" y="576263"/>
          <p14:tracePt t="91488" x="8574088" y="563563"/>
          <p14:tracePt t="91496" x="8561388" y="563563"/>
          <p14:tracePt t="93699" x="8223250" y="650875"/>
          <p14:tracePt t="93707" x="8074025" y="788988"/>
          <p14:tracePt t="93715" x="7935913" y="901700"/>
          <p14:tracePt t="93724" x="7773988" y="1038225"/>
          <p14:tracePt t="93732" x="7561263" y="1214438"/>
          <p14:tracePt t="93740" x="7246938" y="1450975"/>
          <p14:tracePt t="93748" x="6872288" y="1689100"/>
          <p14:tracePt t="93756" x="6546850" y="1901825"/>
          <p14:tracePt t="93764" x="6246813" y="2078038"/>
          <p14:tracePt t="93772" x="6008688" y="2227263"/>
          <p14:tracePt t="93780" x="5832475" y="2327275"/>
          <p14:tracePt t="93788" x="5695950" y="2427288"/>
          <p14:tracePt t="93796" x="5583238" y="2516188"/>
          <p14:tracePt t="93804" x="5519738" y="2578100"/>
          <p14:tracePt t="93812" x="5470525" y="2652713"/>
          <p14:tracePt t="93820" x="5457825" y="2703513"/>
          <p14:tracePt t="93828" x="5432425" y="2752725"/>
          <p14:tracePt t="93836" x="5407025" y="2778125"/>
          <p14:tracePt t="93844" x="5407025" y="2803525"/>
          <p14:tracePt t="93852" x="5407025" y="2828925"/>
          <p14:tracePt t="93860" x="5394325" y="2840038"/>
          <p14:tracePt t="107273" x="5419725" y="2928938"/>
          <p14:tracePt t="107279" x="5445125" y="3016250"/>
          <p14:tracePt t="107287" x="5457825" y="3103563"/>
          <p14:tracePt t="107297" x="5470525" y="3190875"/>
          <p14:tracePt t="107304" x="5483225" y="3267075"/>
          <p14:tracePt t="107314" x="5507038" y="3328988"/>
          <p14:tracePt t="107318" x="5519738" y="3367088"/>
          <p14:tracePt t="107326" x="5545138" y="3390900"/>
          <p14:tracePt t="107334" x="5557838" y="3416300"/>
          <p14:tracePt t="107342" x="5570538" y="3429000"/>
          <p14:tracePt t="107350" x="5583238" y="3441700"/>
          <p14:tracePt t="107359" x="5595938" y="3454400"/>
          <p14:tracePt t="107366" x="5607050" y="3467100"/>
          <p14:tracePt t="107374" x="5619750" y="3479800"/>
          <p14:tracePt t="107382" x="5645150" y="3479800"/>
          <p14:tracePt t="107398" x="5645150" y="3490913"/>
          <p14:tracePt t="107549" x="5645150" y="3503613"/>
          <p14:tracePt t="107813" x="5632450" y="3516313"/>
          <p14:tracePt t="107822" x="5619750" y="3541713"/>
          <p14:tracePt t="107829" x="5619750" y="3567113"/>
          <p14:tracePt t="107845" x="5619750" y="3579813"/>
          <p14:tracePt t="107853" x="5619750" y="3603625"/>
          <p14:tracePt t="107863" x="5619750" y="3616325"/>
          <p14:tracePt t="107869" x="5619750" y="3629025"/>
          <p14:tracePt t="107879" x="5619750" y="3654425"/>
          <p14:tracePt t="107885" x="5619750" y="3692525"/>
          <p14:tracePt t="107896" x="5619750" y="3716338"/>
          <p14:tracePt t="107913" x="5619750" y="3767138"/>
          <p14:tracePt t="107916" x="5619750" y="3803650"/>
          <p14:tracePt t="107927" x="5619750" y="3841750"/>
          <p14:tracePt t="107932" x="5619750" y="3879850"/>
          <p14:tracePt t="107940" x="5619750" y="3905250"/>
          <p14:tracePt t="107948" x="5619750" y="3929063"/>
          <p14:tracePt t="107956" x="5619750" y="3954463"/>
          <p14:tracePt t="107964" x="5607050" y="3954463"/>
          <p14:tracePt t="107972" x="5607050" y="3967163"/>
          <p14:tracePt t="107981" x="5595938" y="3967163"/>
          <p14:tracePt t="114699" x="5595938" y="3954463"/>
          <p14:tracePt t="114706" x="5607050" y="3954463"/>
          <p14:tracePt t="114714" x="5607050" y="3941763"/>
          <p14:tracePt t="114833" x="5619750" y="3929063"/>
          <p14:tracePt t="114841" x="5632450" y="3916363"/>
          <p14:tracePt t="114848" x="5657850" y="3905250"/>
          <p14:tracePt t="114864" x="5670550" y="3905250"/>
          <p14:tracePt t="114880" x="5683250" y="3892550"/>
          <p14:tracePt t="114888" x="5695950" y="3879850"/>
          <p14:tracePt t="114910" x="5719763" y="3867150"/>
          <p14:tracePt t="114913" x="5732463" y="3867150"/>
          <p14:tracePt t="114920" x="5745163" y="3854450"/>
          <p14:tracePt t="114928" x="5770563" y="3854450"/>
          <p14:tracePt t="114936" x="5783263" y="3841750"/>
          <p14:tracePt t="114944" x="5808663" y="3841750"/>
          <p14:tracePt t="114952" x="5808663" y="3829050"/>
          <p14:tracePt t="114961" x="5821363" y="3829050"/>
          <p14:tracePt t="115086" x="5757863" y="3829050"/>
          <p14:tracePt t="115093" x="5657850" y="3841750"/>
          <p14:tracePt t="115101" x="5495925" y="3854450"/>
          <p14:tracePt t="115113" x="5281613" y="3892550"/>
          <p14:tracePt t="115116" x="4968875" y="3967163"/>
          <p14:tracePt t="115124" x="4530725" y="4105275"/>
          <p14:tracePt t="115132" x="4081463" y="4305300"/>
          <p14:tracePt t="115140" x="3541713" y="4618038"/>
          <p14:tracePt t="115150" x="3003550" y="4905375"/>
          <p14:tracePt t="115156" x="2516188" y="5168900"/>
          <p14:tracePt t="115164" x="2116138" y="5368925"/>
          <p14:tracePt t="115173" x="1790700" y="5556250"/>
          <p14:tracePt t="115182" x="1514475" y="5732463"/>
          <p14:tracePt t="115191" x="1314450" y="5843588"/>
          <p14:tracePt t="115198" x="1201738" y="5932488"/>
          <p14:tracePt t="115206" x="1114425" y="5994400"/>
          <p14:tracePt t="115214" x="1089025" y="6019800"/>
          <p14:tracePt t="115222" x="1076325" y="6032500"/>
          <p14:tracePt t="115254" x="1076325" y="6045200"/>
          <p14:tracePt t="115262" x="1089025" y="6045200"/>
          <p14:tracePt t="115270" x="1101725" y="6045200"/>
          <p14:tracePt t="115279" x="1114425" y="6045200"/>
          <p14:tracePt t="115303" x="1127125" y="6045200"/>
          <p14:tracePt t="115326" x="1139825" y="6045200"/>
          <p14:tracePt t="115342" x="1150938" y="6045200"/>
          <p14:tracePt t="115359" x="1163638" y="6045200"/>
          <p14:tracePt t="115375" x="1176338" y="6045200"/>
          <p14:tracePt t="115398" x="1189038" y="6045200"/>
          <p14:tracePt t="115406" x="1201738" y="6045200"/>
          <p14:tracePt t="115413" x="1214438" y="6045200"/>
          <p14:tracePt t="115421" x="1227138" y="6056313"/>
          <p14:tracePt t="115430" x="1239838" y="6056313"/>
          <p14:tracePt t="115446" x="1252538" y="6056313"/>
          <p14:tracePt t="115481" x="1263650" y="6056313"/>
          <p14:tracePt t="115510" x="1276350" y="6045200"/>
          <p14:tracePt t="115543" x="1289050" y="6045200"/>
          <p14:tracePt t="115591" x="1301750" y="6045200"/>
          <p14:tracePt t="115599" x="1301750" y="6032500"/>
          <p14:tracePt t="115631" x="1314450" y="6032500"/>
          <p14:tracePt t="115638" x="1327150" y="6019800"/>
          <p14:tracePt t="115655" x="1339850" y="6019800"/>
          <p14:tracePt t="115679" x="1363663" y="6007100"/>
          <p14:tracePt t="115687" x="1389063" y="5994400"/>
          <p14:tracePt t="115696" x="1414463" y="5981700"/>
          <p14:tracePt t="115703" x="1427163" y="5981700"/>
          <p14:tracePt t="115713" x="1465263" y="5981700"/>
          <p14:tracePt t="115719" x="1527175" y="5969000"/>
          <p14:tracePt t="115729" x="1589088" y="5945188"/>
          <p14:tracePt t="115734" x="1665288" y="5919788"/>
          <p14:tracePt t="115747" x="1752600" y="5894388"/>
          <p14:tracePt t="115750" x="1878013" y="5843588"/>
          <p14:tracePt t="115762" x="2014538" y="5768975"/>
          <p14:tracePt t="115766" x="2178050" y="5668963"/>
          <p14:tracePt t="115775" x="2328863" y="5543550"/>
          <p14:tracePt t="115783" x="2478088" y="5407025"/>
          <p14:tracePt t="115791" x="2641600" y="5243513"/>
          <p14:tracePt t="115799" x="2790825" y="5068888"/>
          <p14:tracePt t="115807" x="2916238" y="4892675"/>
          <p14:tracePt t="115814" x="3016250" y="4756150"/>
          <p14:tracePt t="115822" x="3116263" y="4592638"/>
          <p14:tracePt t="115832" x="3205163" y="4443413"/>
          <p14:tracePt t="115840" x="3292475" y="4267200"/>
          <p14:tracePt t="115848" x="3328988" y="4117975"/>
          <p14:tracePt t="115856" x="3392488" y="3979863"/>
          <p14:tracePt t="115864" x="3429000" y="3841750"/>
          <p14:tracePt t="115872" x="3454400" y="3703638"/>
          <p14:tracePt t="115880" x="3467100" y="3567113"/>
          <p14:tracePt t="115888" x="3479800" y="3454400"/>
          <p14:tracePt t="115896" x="3492500" y="3354388"/>
          <p14:tracePt t="115904" x="3492500" y="3267075"/>
          <p14:tracePt t="115912" x="3492500" y="3190875"/>
          <p14:tracePt t="115920" x="3492500" y="3154363"/>
          <p14:tracePt t="115928" x="3492500" y="3116263"/>
          <p14:tracePt t="115936" x="3492500" y="3090863"/>
          <p14:tracePt t="115952" x="3492500" y="3078163"/>
          <p14:tracePt t="120227" x="3530600" y="3054350"/>
          <p14:tracePt t="120235" x="3692525" y="2952750"/>
          <p14:tracePt t="120244" x="3830638" y="2865438"/>
          <p14:tracePt t="120251" x="3956050" y="2778125"/>
          <p14:tracePt t="120263" x="4043363" y="2703513"/>
          <p14:tracePt t="120268" x="4130675" y="2616200"/>
          <p14:tracePt t="120274" x="4205288" y="2516188"/>
          <p14:tracePt t="120282" x="4318000" y="2403475"/>
          <p14:tracePt t="120291" x="4443413" y="2278063"/>
          <p14:tracePt t="120298" x="4581525" y="2127250"/>
          <p14:tracePt t="120306" x="4732338" y="1978025"/>
          <p14:tracePt t="120314" x="4894263" y="1814513"/>
          <p14:tracePt t="120322" x="5094288" y="1614488"/>
          <p14:tracePt t="120332" x="5281613" y="1427163"/>
          <p14:tracePt t="120340" x="5483225" y="1227138"/>
          <p14:tracePt t="120348" x="5695950" y="1025525"/>
          <p14:tracePt t="120356" x="5883275" y="850900"/>
          <p14:tracePt t="120364" x="6045200" y="712788"/>
          <p14:tracePt t="120372" x="6183313" y="612775"/>
          <p14:tracePt t="120605" x="8261350" y="588963"/>
          <p14:tracePt t="120613" x="8324850" y="612775"/>
          <p14:tracePt t="120621" x="8374063" y="638175"/>
          <p14:tracePt t="120629" x="8435975" y="650875"/>
          <p14:tracePt t="120636" x="8474075" y="663575"/>
          <p14:tracePt t="120644" x="8524875" y="663575"/>
          <p14:tracePt t="120652" x="8561388" y="676275"/>
          <p14:tracePt t="120661" x="8586788" y="676275"/>
          <p14:tracePt t="120669" x="8599488" y="676275"/>
          <p14:tracePt t="120677" x="8612188" y="676275"/>
          <p14:tracePt t="120694" x="8624888" y="676275"/>
          <p14:tracePt t="120700" x="8637588" y="676275"/>
          <p14:tracePt t="120710" x="8661400" y="676275"/>
          <p14:tracePt t="120716" x="8686800" y="676275"/>
          <p14:tracePt t="120725" x="8724900" y="676275"/>
          <p14:tracePt t="120732" x="8774113" y="676275"/>
          <p14:tracePt t="120741" x="8850313" y="676275"/>
          <p14:tracePt t="120748" x="8912225" y="676275"/>
          <p14:tracePt t="120756" x="8986838" y="676275"/>
          <p14:tracePt t="120764" x="9037638" y="676275"/>
          <p14:tracePt t="120778" x="9088438" y="676275"/>
          <p14:tracePt t="120782" x="9137650" y="676275"/>
          <p14:tracePt t="120791" x="9199563" y="688975"/>
          <p14:tracePt t="120798" x="9263063" y="688975"/>
          <p14:tracePt t="120806" x="9312275" y="688975"/>
          <p14:tracePt t="120814" x="9388475" y="688975"/>
          <p14:tracePt t="120822" x="9437688" y="688975"/>
          <p14:tracePt t="120830" x="9501188" y="688975"/>
          <p14:tracePt t="120838" x="9550400" y="688975"/>
          <p14:tracePt t="120846" x="9588500" y="688975"/>
          <p14:tracePt t="120854" x="9613900" y="688975"/>
          <p14:tracePt t="120862" x="9626600" y="688975"/>
          <p14:tracePt t="120941" x="9613900" y="676275"/>
          <p14:tracePt t="120949" x="9588500" y="650875"/>
          <p14:tracePt t="120957" x="9563100" y="638175"/>
          <p14:tracePt t="120964" x="9550400" y="625475"/>
          <p14:tracePt t="120973" x="9513888" y="612775"/>
          <p14:tracePt t="120981" x="9463088" y="576263"/>
          <p14:tracePt t="120989" x="9388475" y="550863"/>
          <p14:tracePt t="120997" x="9301163" y="525463"/>
          <p14:tracePt t="121007" x="9224963" y="500063"/>
          <p14:tracePt t="121015" x="9150350" y="487363"/>
          <p14:tracePt t="121023" x="9099550" y="476250"/>
          <p14:tracePt t="121031" x="9075738" y="476250"/>
          <p14:tracePt t="121039" x="9063038" y="463550"/>
          <p14:tracePt t="121048" x="9063038" y="450850"/>
          <p14:tracePt t="121055" x="9050338" y="450850"/>
          <p14:tracePt t="121135" x="9037638" y="450850"/>
          <p14:tracePt t="121143" x="9012238" y="450850"/>
          <p14:tracePt t="121150" x="8999538" y="450850"/>
          <p14:tracePt t="121163" x="8975725" y="450850"/>
          <p14:tracePt t="121167" x="8937625" y="450850"/>
          <p14:tracePt t="121176" x="8912225" y="450850"/>
          <p14:tracePt t="121183" x="8874125" y="450850"/>
          <p14:tracePt t="121191" x="8837613" y="450850"/>
          <p14:tracePt t="121198" x="8799513" y="450850"/>
          <p14:tracePt t="121207" x="8763000" y="450850"/>
          <p14:tracePt t="121215" x="8737600" y="450850"/>
          <p14:tracePt t="121223" x="8724900" y="450850"/>
          <p14:tracePt t="121231" x="8712200" y="450850"/>
          <p14:tracePt t="121240" x="8699500" y="450850"/>
          <p14:tracePt t="121290" x="8686800" y="450850"/>
          <p14:tracePt t="121327" x="8674100" y="450850"/>
          <p14:tracePt t="122737" x="8424863" y="588963"/>
          <p14:tracePt t="122744" x="8399463" y="700088"/>
          <p14:tracePt t="122753" x="8374063" y="812800"/>
          <p14:tracePt t="122763" x="8348663" y="950913"/>
          <p14:tracePt t="122768" x="8324850" y="1101725"/>
          <p14:tracePt t="122777" x="8324850" y="1238250"/>
          <p14:tracePt t="122784" x="8324850" y="1389063"/>
          <p14:tracePt t="122794" x="8324850" y="1527175"/>
          <p14:tracePt t="122800" x="8324850" y="1663700"/>
          <p14:tracePt t="122810" x="8324850" y="1827213"/>
          <p14:tracePt t="122816" x="8324850" y="1978025"/>
          <p14:tracePt t="122824" x="8299450" y="2127250"/>
          <p14:tracePt t="122832" x="8274050" y="2278063"/>
          <p14:tracePt t="122841" x="8248650" y="2403475"/>
          <p14:tracePt t="122850" x="8223250" y="2527300"/>
          <p14:tracePt t="122860" x="8199438" y="2627313"/>
          <p14:tracePt t="122867" x="8174038" y="2728913"/>
          <p14:tracePt t="122874" x="8135938" y="2803525"/>
          <p14:tracePt t="122882" x="8110538" y="2865438"/>
          <p14:tracePt t="122890" x="8086725" y="2903538"/>
          <p14:tracePt t="122898" x="8074025" y="2928938"/>
          <p14:tracePt t="122913" x="8074025" y="2941638"/>
          <p14:tracePt t="122914" x="8074025" y="2952750"/>
          <p14:tracePt t="122941" x="8074025" y="2965450"/>
          <p14:tracePt t="123019" x="8074025" y="2952750"/>
          <p14:tracePt t="123028" x="8074025" y="2928938"/>
          <p14:tracePt t="123037" x="8074025" y="2890838"/>
          <p14:tracePt t="123046" x="8074025" y="2840038"/>
          <p14:tracePt t="123053" x="8074025" y="2803525"/>
          <p14:tracePt t="123063" x="8086725" y="2778125"/>
          <p14:tracePt t="123069" x="8086725" y="2752725"/>
          <p14:tracePt t="123079" x="8099425" y="2740025"/>
          <p14:tracePt t="126185" x="8048625" y="2740025"/>
          <p14:tracePt t="126193" x="7923213" y="2752725"/>
          <p14:tracePt t="126201" x="7785100" y="2778125"/>
          <p14:tracePt t="126210" x="7723188" y="2803525"/>
          <p14:tracePt t="126217" x="7723188" y="2816225"/>
          <p14:tracePt t="126225" x="7748588" y="2840038"/>
          <p14:tracePt t="126233" x="7861300" y="2890838"/>
          <p14:tracePt t="126241" x="7999413" y="2941638"/>
          <p14:tracePt t="126250" x="8186738" y="2990850"/>
          <p14:tracePt t="126257" x="8424863" y="3041650"/>
          <p14:tracePt t="126265" x="8624888" y="3078163"/>
          <p14:tracePt t="126273" x="8886825" y="3141663"/>
          <p14:tracePt t="126281" x="9163050" y="3228975"/>
          <p14:tracePt t="126288" x="9537700" y="3354388"/>
          <p14:tracePt t="126297" x="9988550" y="3490913"/>
          <p14:tracePt t="126304" x="10464800" y="3629025"/>
          <p14:tracePt t="126312" x="10939463" y="3767138"/>
          <p14:tracePt t="126320" x="11403013" y="3867150"/>
          <p14:tracePt t="126328" x="11841163" y="3979863"/>
          <p14:tracePt t="127957" x="10952163" y="4379913"/>
          <p14:tracePt t="127965" x="10177463" y="4630738"/>
          <p14:tracePt t="127973" x="9363075" y="4868863"/>
          <p14:tracePt t="127981" x="8448675" y="5118100"/>
          <p14:tracePt t="127989" x="7548563" y="5243513"/>
          <p14:tracePt t="127996" x="6559550" y="5381625"/>
          <p14:tracePt t="128004" x="5657850" y="5543550"/>
          <p14:tracePt t="128012" x="4781550" y="5719763"/>
          <p14:tracePt t="128020" x="3943350" y="5932488"/>
          <p14:tracePt t="128028" x="3205163" y="6107113"/>
          <p14:tracePt t="128036" x="2528888" y="6281738"/>
          <p14:tracePt t="128044" x="1952625" y="6432550"/>
          <p14:tracePt t="128052" x="1476375" y="6570663"/>
          <p14:tracePt t="128060" x="1089025" y="6757988"/>
          <p14:tracePt t="128505" x="925513" y="6632575"/>
          <p14:tracePt t="128512" x="1001713" y="6507163"/>
          <p14:tracePt t="128520" x="1089025" y="6407150"/>
          <p14:tracePt t="128532" x="1150938" y="6294438"/>
          <p14:tracePt t="128538" x="1214438" y="6219825"/>
          <p14:tracePt t="128546" x="1252538" y="6169025"/>
          <p14:tracePt t="128554" x="1276350" y="6145213"/>
          <p14:tracePt t="128563" x="1289050" y="6132513"/>
          <p14:tracePt t="128570" x="1327150" y="6119813"/>
          <p14:tracePt t="128579" x="1339850" y="6107113"/>
          <p14:tracePt t="128586" x="1363663" y="6081713"/>
          <p14:tracePt t="128594" x="1376363" y="6069013"/>
          <p14:tracePt t="128610" x="1389063" y="6069013"/>
          <p14:tracePt t="128634" x="1401763" y="6069013"/>
          <p14:tracePt t="128643" x="1427163" y="6056313"/>
          <p14:tracePt t="128651" x="1452563" y="6056313"/>
          <p14:tracePt t="128660" x="1476375" y="6045200"/>
          <p14:tracePt t="128666" x="1501775" y="6045200"/>
          <p14:tracePt t="128676" x="1539875" y="6045200"/>
          <p14:tracePt t="128682" x="1577975" y="6045200"/>
          <p14:tracePt t="128690" x="1601788" y="6045200"/>
          <p14:tracePt t="128698" x="1627188" y="6045200"/>
          <p14:tracePt t="128706" x="1652588" y="6045200"/>
          <p14:tracePt t="128714" x="1677988" y="6045200"/>
          <p14:tracePt t="128722" x="1701800" y="6045200"/>
          <p14:tracePt t="128730" x="1739900" y="6045200"/>
          <p14:tracePt t="128738" x="1790700" y="6045200"/>
          <p14:tracePt t="128746" x="1839913" y="6045200"/>
          <p14:tracePt t="128754" x="1878013" y="6045200"/>
          <p14:tracePt t="128762" x="1903413" y="6045200"/>
          <p14:tracePt t="128770" x="1914525" y="6045200"/>
          <p14:tracePt t="128778" x="1952625" y="6045200"/>
          <p14:tracePt t="128786" x="1990725" y="6045200"/>
          <p14:tracePt t="128794" x="2027238" y="6045200"/>
          <p14:tracePt t="128802" x="2065338" y="6045200"/>
          <p14:tracePt t="128810" x="2139950" y="6045200"/>
          <p14:tracePt t="128819" x="2228850" y="6045200"/>
          <p14:tracePt t="128828" x="2303463" y="6045200"/>
          <p14:tracePt t="128834" x="2428875" y="6045200"/>
          <p14:tracePt t="128844" x="2554288" y="6045200"/>
          <p14:tracePt t="128850" x="2728913" y="6045200"/>
          <p14:tracePt t="128860" x="2954338" y="6045200"/>
          <p14:tracePt t="128866" x="3292475" y="6045200"/>
          <p14:tracePt t="128877" x="3730625" y="6045200"/>
          <p14:tracePt t="128896" x="4594225" y="6007100"/>
          <p14:tracePt t="128898" x="5081588" y="5969000"/>
          <p14:tracePt t="128906" x="5532438" y="5919788"/>
          <p14:tracePt t="128914" x="6008688" y="5832475"/>
          <p14:tracePt t="128922" x="6396038" y="5768975"/>
          <p14:tracePt t="128930" x="6759575" y="5681663"/>
          <p14:tracePt t="128938" x="7159625" y="5630863"/>
          <p14:tracePt t="128946" x="7485063" y="5568950"/>
          <p14:tracePt t="128954" x="7848600" y="5481638"/>
          <p14:tracePt t="128964" x="8161338" y="5407025"/>
          <p14:tracePt t="128972" x="8424863" y="5356225"/>
          <p14:tracePt t="128980" x="8686800" y="5305425"/>
          <p14:tracePt t="128988" x="8886825" y="5256213"/>
          <p14:tracePt t="128996" x="9050338" y="5230813"/>
          <p14:tracePt t="129004" x="9175750" y="5205413"/>
          <p14:tracePt t="129012" x="9312275" y="5181600"/>
          <p14:tracePt t="129020" x="9424988" y="5156200"/>
          <p14:tracePt t="129028" x="9525000" y="5143500"/>
          <p14:tracePt t="129037" x="9637713" y="5118100"/>
          <p14:tracePt t="129044" x="9726613" y="5092700"/>
          <p14:tracePt t="129052" x="9813925" y="5068888"/>
          <p14:tracePt t="129061" x="9926638" y="5043488"/>
          <p14:tracePt t="129068" x="10052050" y="5018088"/>
          <p14:tracePt t="129077" x="10188575" y="4992688"/>
          <p14:tracePt t="129084" x="10288588" y="4981575"/>
          <p14:tracePt t="129093" x="10390188" y="4956175"/>
          <p14:tracePt t="129100" x="10477500" y="4943475"/>
          <p14:tracePt t="129111" x="10526713" y="4943475"/>
          <p14:tracePt t="129116" x="10564813" y="4943475"/>
          <p14:tracePt t="129125" x="10577513" y="4930775"/>
          <p14:tracePt t="129407" x="10577513" y="4956175"/>
          <p14:tracePt t="129415" x="10526713" y="5018088"/>
          <p14:tracePt t="129423" x="10401300" y="5168900"/>
          <p14:tracePt t="129431" x="10101263" y="5430838"/>
          <p14:tracePt t="129439" x="9601200" y="5768975"/>
          <p14:tracePt t="129448" x="8899525" y="6169025"/>
          <p14:tracePt t="129454" x="8135938" y="6557963"/>
          <p14:tracePt t="129836" x="6234113" y="6696075"/>
          <p14:tracePt t="129844" x="6370638" y="6594475"/>
          <p14:tracePt t="129852" x="6559550" y="6494463"/>
          <p14:tracePt t="129860" x="6784975" y="6345238"/>
          <p14:tracePt t="129868" x="7059613" y="6169025"/>
          <p14:tracePt t="129876" x="7372350" y="5969000"/>
          <p14:tracePt t="129884" x="7673975" y="5768975"/>
          <p14:tracePt t="129893" x="7986713" y="5556250"/>
          <p14:tracePt t="129900" x="8312150" y="5381625"/>
          <p14:tracePt t="129909" x="8612188" y="5218113"/>
          <p14:tracePt t="129917" x="8924925" y="5081588"/>
          <p14:tracePt t="129924" x="9212263" y="4968875"/>
          <p14:tracePt t="129932" x="9501188" y="4856163"/>
          <p14:tracePt t="129940" x="9775825" y="4756150"/>
          <p14:tracePt t="129948" x="10052050" y="4679950"/>
          <p14:tracePt t="129956" x="10288588" y="4592638"/>
          <p14:tracePt t="129964" x="10514013" y="4518025"/>
          <p14:tracePt t="129972" x="10690225" y="4454525"/>
          <p14:tracePt t="129980" x="10852150" y="4418013"/>
          <p14:tracePt t="129988" x="11002963" y="4367213"/>
          <p14:tracePt t="129995" x="11177588" y="4330700"/>
          <p14:tracePt t="130004" x="11328400" y="4305300"/>
          <p14:tracePt t="130012" x="11466513" y="4279900"/>
          <p14:tracePt t="130020" x="11603038" y="4241800"/>
          <p14:tracePt t="130029" x="11715750" y="4230688"/>
          <p14:tracePt t="130036" x="11804650" y="4205288"/>
          <p14:tracePt t="130045" x="11879263" y="4192588"/>
          <p14:tracePt t="130052" x="11928475" y="4192588"/>
          <p14:tracePt t="130062" x="12004675" y="4167188"/>
          <p14:tracePt t="130069" x="12066588" y="4154488"/>
          <p14:tracePt t="130079" x="12166600" y="4129088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8895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D"/>
                </a:solidFill>
                <a:latin typeface="Aptos Display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Limitations &amp; Remaining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24128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• Some technical workstream evidence was unavailable to PM.</a:t>
            </a:r>
          </a:p>
          <a:p>
            <a:pPr>
              <a:spcAft>
                <a:spcPts val="1800"/>
              </a:spcAft>
              <a:defRPr sz="19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• Full end-to-end technical integration could not be independently verified.</a:t>
            </a:r>
          </a:p>
          <a:p>
            <a:pPr>
              <a:spcAft>
                <a:spcPts val="1800"/>
              </a:spcAft>
              <a:defRPr sz="19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• The Data Analytics work has documented dataset limitations.</a:t>
            </a:r>
          </a:p>
          <a:p>
            <a:pPr>
              <a:spcAft>
                <a:spcPts val="1800"/>
              </a:spcAft>
              <a:defRPr sz="19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• Further technical testing and integration evidence may be required.</a:t>
            </a:r>
          </a:p>
          <a:p>
            <a:pPr>
              <a:spcAft>
                <a:spcPts val="1800"/>
              </a:spcAft>
              <a:defRPr sz="19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• Final communication should distinguish verified results from pending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323999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HealthConnect Clinic Experience Lab • Project Management Track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C73AB3B0-17DA-4566-9D4E-D0CE27E25B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885"/>
    </mc:Choice>
    <mc:Fallback>
      <p:transition spd="slow" advTm="728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63" x="112713" y="2239963"/>
          <p14:tracePt t="370" x="200025" y="2214563"/>
          <p14:tracePt t="379" x="274638" y="2201863"/>
          <p14:tracePt t="386" x="300038" y="2190750"/>
          <p14:tracePt t="394" x="312738" y="2190750"/>
          <p14:tracePt t="402" x="338138" y="2178050"/>
          <p14:tracePt t="412" x="363538" y="2178050"/>
          <p14:tracePt t="418" x="400050" y="2178050"/>
          <p14:tracePt t="428" x="438150" y="2178050"/>
          <p14:tracePt t="434" x="488950" y="2178050"/>
          <p14:tracePt t="443" x="538163" y="2178050"/>
          <p14:tracePt t="449" x="600075" y="2165350"/>
          <p14:tracePt t="459" x="712788" y="2152650"/>
          <p14:tracePt t="466" x="825500" y="2139950"/>
          <p14:tracePt t="474" x="989013" y="2114550"/>
          <p14:tracePt t="481" x="1139825" y="2101850"/>
          <p14:tracePt t="490" x="1314450" y="2089150"/>
          <p14:tracePt t="497" x="1465263" y="2065338"/>
          <p14:tracePt t="505" x="1601788" y="2052638"/>
          <p14:tracePt t="513" x="1727200" y="2014538"/>
          <p14:tracePt t="522" x="1852613" y="1989138"/>
          <p14:tracePt t="529" x="1939925" y="1965325"/>
          <p14:tracePt t="538" x="1990725" y="1952625"/>
          <p14:tracePt t="546" x="2027238" y="1952625"/>
          <p14:tracePt t="554" x="2039938" y="1927225"/>
          <p14:tracePt t="727" x="2052638" y="1927225"/>
          <p14:tracePt t="742" x="2065338" y="1927225"/>
          <p14:tracePt t="957" x="2027238" y="1927225"/>
          <p14:tracePt t="964" x="1990725" y="1927225"/>
          <p14:tracePt t="978" x="1927225" y="1927225"/>
          <p14:tracePt t="981" x="1878013" y="1927225"/>
          <p14:tracePt t="988" x="1801813" y="1927225"/>
          <p14:tracePt t="996" x="1739900" y="1927225"/>
          <p14:tracePt t="1004" x="1701800" y="1927225"/>
          <p14:tracePt t="1013" x="1665288" y="1927225"/>
          <p14:tracePt t="1185" x="1652588" y="1927225"/>
          <p14:tracePt t="1193" x="1652588" y="1939925"/>
          <p14:tracePt t="4391" x="1652588" y="1952625"/>
          <p14:tracePt t="4399" x="1727200" y="2014538"/>
          <p14:tracePt t="4407" x="1865313" y="2101850"/>
          <p14:tracePt t="4415" x="1990725" y="2139950"/>
          <p14:tracePt t="4423" x="2078038" y="2190750"/>
          <p14:tracePt t="4431" x="2152650" y="2227263"/>
          <p14:tracePt t="4439" x="2228850" y="2290763"/>
          <p14:tracePt t="4447" x="2290763" y="2352675"/>
          <p14:tracePt t="4455" x="2352675" y="2427288"/>
          <p14:tracePt t="4463" x="2441575" y="2516188"/>
          <p14:tracePt t="4471" x="2516188" y="2603500"/>
          <p14:tracePt t="4479" x="2590800" y="2665413"/>
          <p14:tracePt t="4487" x="2654300" y="2740025"/>
          <p14:tracePt t="4495" x="2716213" y="2828925"/>
          <p14:tracePt t="4503" x="2816225" y="2928938"/>
          <p14:tracePt t="4511" x="2867025" y="2990850"/>
          <p14:tracePt t="4519" x="2954338" y="3054350"/>
          <p14:tracePt t="4527" x="3003550" y="3103563"/>
          <p14:tracePt t="4535" x="3054350" y="3141663"/>
          <p14:tracePt t="4543" x="3079750" y="3154363"/>
          <p14:tracePt t="4551" x="3092450" y="3165475"/>
          <p14:tracePt t="4559" x="3103563" y="3165475"/>
          <p14:tracePt t="4567" x="3128963" y="3178175"/>
          <p14:tracePt t="4583" x="3141663" y="3178175"/>
          <p14:tracePt t="4591" x="3167063" y="3178175"/>
          <p14:tracePt t="4599" x="3192463" y="3178175"/>
          <p14:tracePt t="4608" x="3205163" y="3178175"/>
          <p14:tracePt t="4615" x="3241675" y="3190875"/>
          <p14:tracePt t="4624" x="3267075" y="3190875"/>
          <p14:tracePt t="4631" x="3305175" y="3190875"/>
          <p14:tracePt t="4639" x="3354388" y="3203575"/>
          <p14:tracePt t="4647" x="3392488" y="3216275"/>
          <p14:tracePt t="4655" x="3454400" y="3216275"/>
          <p14:tracePt t="4664" x="3492500" y="3228975"/>
          <p14:tracePt t="4672" x="3517900" y="3228975"/>
          <p14:tracePt t="4680" x="3530600" y="3228975"/>
          <p14:tracePt t="4688" x="3554413" y="3241675"/>
          <p14:tracePt t="4696" x="3579813" y="3241675"/>
          <p14:tracePt t="4703" x="3617913" y="3241675"/>
          <p14:tracePt t="4712" x="3643313" y="3241675"/>
          <p14:tracePt t="4721" x="3667125" y="3241675"/>
          <p14:tracePt t="4730" x="3679825" y="3254375"/>
          <p14:tracePt t="4738" x="3692525" y="3254375"/>
          <p14:tracePt t="4746" x="3705225" y="3254375"/>
          <p14:tracePt t="4754" x="3717925" y="3254375"/>
          <p14:tracePt t="4762" x="3717925" y="3267075"/>
          <p14:tracePt t="4770" x="3730625" y="3267075"/>
          <p14:tracePt t="4779" x="3756025" y="3267075"/>
          <p14:tracePt t="4786" x="3779838" y="3267075"/>
          <p14:tracePt t="4793" x="3792538" y="3278188"/>
          <p14:tracePt t="4810" x="3805238" y="3278188"/>
          <p14:tracePt t="4834" x="3830638" y="3278188"/>
          <p14:tracePt t="4843" x="3843338" y="3278188"/>
          <p14:tracePt t="4850" x="3843338" y="3290888"/>
          <p14:tracePt t="10082" x="4205288" y="3290888"/>
          <p14:tracePt t="10091" x="4530725" y="3228975"/>
          <p14:tracePt t="10099" x="4706938" y="3165475"/>
          <p14:tracePt t="10110" x="4894263" y="3090863"/>
          <p14:tracePt t="10116" x="5081588" y="3016250"/>
          <p14:tracePt t="10123" x="5257800" y="2941638"/>
          <p14:tracePt t="10142" x="5570538" y="2816225"/>
          <p14:tracePt t="10147" x="5670550" y="2740025"/>
          <p14:tracePt t="10155" x="5783263" y="2678113"/>
          <p14:tracePt t="10163" x="5895975" y="2603500"/>
          <p14:tracePt t="10171" x="6008688" y="2565400"/>
          <p14:tracePt t="10179" x="6121400" y="2527300"/>
          <p14:tracePt t="10187" x="6221413" y="2478088"/>
          <p14:tracePt t="10195" x="6308725" y="2439988"/>
          <p14:tracePt t="10203" x="6383338" y="2403475"/>
          <p14:tracePt t="10211" x="6459538" y="2378075"/>
          <p14:tracePt t="10219" x="6521450" y="2339975"/>
          <p14:tracePt t="10227" x="6584950" y="2314575"/>
          <p14:tracePt t="10235" x="6659563" y="2290763"/>
          <p14:tracePt t="10243" x="6734175" y="2265363"/>
          <p14:tracePt t="10251" x="6808788" y="2239963"/>
          <p14:tracePt t="10259" x="6884988" y="2201863"/>
          <p14:tracePt t="10267" x="6972300" y="2178050"/>
          <p14:tracePt t="10275" x="7072313" y="2139950"/>
          <p14:tracePt t="10283" x="7172325" y="2101850"/>
          <p14:tracePt t="10292" x="7272338" y="2065338"/>
          <p14:tracePt t="10299" x="7335838" y="2039938"/>
          <p14:tracePt t="10308" x="7397750" y="2001838"/>
          <p14:tracePt t="10315" x="7435850" y="1989138"/>
          <p14:tracePt t="10323" x="7485063" y="1965325"/>
          <p14:tracePt t="10332" x="7523163" y="1939925"/>
          <p14:tracePt t="10339" x="7561263" y="1927225"/>
          <p14:tracePt t="10347" x="7585075" y="1901825"/>
          <p14:tracePt t="10355" x="7610475" y="1889125"/>
          <p14:tracePt t="10364" x="7623175" y="1876425"/>
          <p14:tracePt t="10372" x="7635875" y="1876425"/>
          <p14:tracePt t="10388" x="7648575" y="1865313"/>
          <p14:tracePt t="10396" x="7661275" y="1852613"/>
          <p14:tracePt t="10444" x="7673975" y="1852613"/>
          <p14:tracePt t="10480" x="7673975" y="1839913"/>
          <p14:tracePt t="10594" x="7673975" y="1827213"/>
          <p14:tracePt t="10601" x="7673975" y="1814513"/>
          <p14:tracePt t="10618" x="7685088" y="1801813"/>
          <p14:tracePt t="10633" x="7685088" y="1789113"/>
          <p14:tracePt t="10641" x="7685088" y="1776413"/>
          <p14:tracePt t="10649" x="7685088" y="1765300"/>
          <p14:tracePt t="10666" x="7685088" y="1752600"/>
          <p14:tracePt t="10682" x="7697788" y="1752600"/>
          <p14:tracePt t="10809" x="7697788" y="1739900"/>
          <p14:tracePt t="11516" x="7697788" y="1765300"/>
          <p14:tracePt t="11525" x="7685088" y="1765300"/>
          <p14:tracePt t="11533" x="7673975" y="1789113"/>
          <p14:tracePt t="11557" x="7673975" y="1801813"/>
          <p14:tracePt t="11574" x="7661275" y="1801813"/>
          <p14:tracePt t="11588" x="7661275" y="1814513"/>
          <p14:tracePt t="11660" x="7661275" y="1801813"/>
          <p14:tracePt t="11668" x="7673975" y="1789113"/>
          <p14:tracePt t="11676" x="7673975" y="1765300"/>
          <p14:tracePt t="11684" x="7685088" y="1739900"/>
          <p14:tracePt t="11695" x="7710488" y="1701800"/>
          <p14:tracePt t="11700" x="7723188" y="1676400"/>
          <p14:tracePt t="11711" x="7748588" y="1627188"/>
          <p14:tracePt t="11716" x="7773988" y="1601788"/>
          <p14:tracePt t="11724" x="7785100" y="1589088"/>
          <p14:tracePt t="11733" x="7785100" y="1552575"/>
          <p14:tracePt t="11739" x="7810500" y="1514475"/>
          <p14:tracePt t="11747" x="7835900" y="1476375"/>
          <p14:tracePt t="11755" x="7848600" y="1439863"/>
          <p14:tracePt t="11763" x="7874000" y="1376363"/>
          <p14:tracePt t="11771" x="7897813" y="1327150"/>
          <p14:tracePt t="11779" x="7948613" y="1250950"/>
          <p14:tracePt t="11787" x="7999413" y="1176338"/>
          <p14:tracePt t="11795" x="8048625" y="1101725"/>
          <p14:tracePt t="11803" x="8099425" y="1038225"/>
          <p14:tracePt t="11811" x="8161338" y="963613"/>
          <p14:tracePt t="11819" x="8212138" y="889000"/>
          <p14:tracePt t="11827" x="8261350" y="825500"/>
          <p14:tracePt t="11835" x="8286750" y="776288"/>
          <p14:tracePt t="11844" x="8312150" y="750888"/>
          <p14:tracePt t="11862" x="8324850" y="738188"/>
          <p14:tracePt t="11868" x="8324850" y="725488"/>
          <p14:tracePt t="11878" x="8335963" y="725488"/>
          <p14:tracePt t="11910" x="8335963" y="712788"/>
          <p14:tracePt t="11926" x="8335963" y="700088"/>
          <p14:tracePt t="11934" x="8348663" y="688975"/>
          <p14:tracePt t="11947" x="8348663" y="663575"/>
          <p14:tracePt t="11950" x="8374063" y="650875"/>
          <p14:tracePt t="11960" x="8386763" y="638175"/>
          <p14:tracePt t="11968" x="8412163" y="625475"/>
          <p14:tracePt t="11976" x="8424863" y="600075"/>
          <p14:tracePt t="11984" x="8448675" y="563563"/>
          <p14:tracePt t="15048" x="8499475" y="563563"/>
          <p14:tracePt t="15056" x="8499475" y="576263"/>
          <p14:tracePt t="15064" x="8486775" y="576263"/>
          <p14:tracePt t="15072" x="8486775" y="588963"/>
          <p14:tracePt t="15088" x="8474075" y="612775"/>
          <p14:tracePt t="15096" x="8461375" y="612775"/>
          <p14:tracePt t="15104" x="8461375" y="625475"/>
          <p14:tracePt t="15120" x="8461375" y="638175"/>
          <p14:tracePt t="15136" x="8461375" y="650875"/>
          <p14:tracePt t="15161" x="8461375" y="663575"/>
          <p14:tracePt t="15168" x="8448675" y="676275"/>
          <p14:tracePt t="15184" x="8448675" y="700088"/>
          <p14:tracePt t="15192" x="8448675" y="712788"/>
          <p14:tracePt t="15199" x="8435975" y="725488"/>
          <p14:tracePt t="15208" x="8435975" y="750888"/>
          <p14:tracePt t="15215" x="8435975" y="776288"/>
          <p14:tracePt t="15223" x="8424863" y="788988"/>
          <p14:tracePt t="15231" x="8424863" y="801688"/>
          <p14:tracePt t="15239" x="8424863" y="812800"/>
          <p14:tracePt t="15247" x="8424863" y="838200"/>
          <p14:tracePt t="15255" x="8424863" y="850900"/>
          <p14:tracePt t="15263" x="8424863" y="863600"/>
          <p14:tracePt t="15271" x="8424863" y="876300"/>
          <p14:tracePt t="15279" x="8424863" y="889000"/>
          <p14:tracePt t="15287" x="8424863" y="912813"/>
          <p14:tracePt t="15295" x="8424863" y="938213"/>
          <p14:tracePt t="15303" x="8424863" y="963613"/>
          <p14:tracePt t="15311" x="8424863" y="976313"/>
          <p14:tracePt t="15319" x="8424863" y="1001713"/>
          <p14:tracePt t="15327" x="8424863" y="1025525"/>
          <p14:tracePt t="15335" x="8424863" y="1038225"/>
          <p14:tracePt t="15344" x="8424863" y="1063625"/>
          <p14:tracePt t="15351" x="8412163" y="1089025"/>
          <p14:tracePt t="15360" x="8399463" y="1114425"/>
          <p14:tracePt t="15367" x="8399463" y="1150938"/>
          <p14:tracePt t="15375" x="8399463" y="1176338"/>
          <p14:tracePt t="15383" x="8386763" y="1189038"/>
          <p14:tracePt t="15391" x="8374063" y="1201738"/>
          <p14:tracePt t="15399" x="8348663" y="1238250"/>
          <p14:tracePt t="15408" x="8324850" y="1263650"/>
          <p14:tracePt t="15415" x="8312150" y="1289050"/>
          <p14:tracePt t="15423" x="8312150" y="1314450"/>
          <p14:tracePt t="15431" x="8274050" y="1314450"/>
          <p14:tracePt t="15439" x="8274050" y="1339850"/>
          <p14:tracePt t="15447" x="8248650" y="1350963"/>
          <p14:tracePt t="15455" x="8186738" y="1389063"/>
          <p14:tracePt t="15463" x="8061325" y="1439863"/>
          <p14:tracePt t="15471" x="7874000" y="1489075"/>
          <p14:tracePt t="15479" x="7572375" y="1563688"/>
          <p14:tracePt t="15487" x="7197725" y="1663700"/>
          <p14:tracePt t="15495" x="6734175" y="1752600"/>
          <p14:tracePt t="15503" x="6259513" y="1889125"/>
          <p14:tracePt t="15511" x="5657850" y="2001838"/>
          <p14:tracePt t="15519" x="5032375" y="2101850"/>
          <p14:tracePt t="15527" x="4368800" y="2201863"/>
          <p14:tracePt t="15535" x="3667125" y="2327275"/>
          <p14:tracePt t="15543" x="3003550" y="2427288"/>
          <p14:tracePt t="15551" x="2378075" y="2552700"/>
          <p14:tracePt t="15559" x="1839913" y="2665413"/>
          <p14:tracePt t="15567" x="1376363" y="2752725"/>
          <p14:tracePt t="15575" x="976313" y="2840038"/>
          <p14:tracePt t="15583" x="663575" y="2916238"/>
          <p14:tracePt t="15592" x="376238" y="2965450"/>
          <p14:tracePt t="15601" x="138113" y="3016250"/>
          <p14:tracePt t="15915" x="87313" y="2928938"/>
          <p14:tracePt t="15922" x="138113" y="2903538"/>
          <p14:tracePt t="15930" x="200025" y="2878138"/>
          <p14:tracePt t="15938" x="250825" y="2852738"/>
          <p14:tracePt t="15945" x="287338" y="2840038"/>
          <p14:tracePt t="15954" x="312738" y="2828925"/>
          <p14:tracePt t="15976" x="325438" y="2816225"/>
          <p14:tracePt t="15978" x="325438" y="2803525"/>
          <p14:tracePt t="15986" x="338138" y="2803525"/>
          <p14:tracePt t="15994" x="350838" y="2803525"/>
          <p14:tracePt t="16001" x="350838" y="2790825"/>
          <p14:tracePt t="16009" x="363538" y="2790825"/>
          <p14:tracePt t="16017" x="376238" y="2790825"/>
          <p14:tracePt t="16027" x="387350" y="2778125"/>
          <p14:tracePt t="16034" x="412750" y="2765425"/>
          <p14:tracePt t="16042" x="425450" y="2765425"/>
          <p14:tracePt t="16059" x="438150" y="2752725"/>
          <p14:tracePt t="16065" x="438150" y="2740025"/>
          <p14:tracePt t="16073" x="450850" y="2740025"/>
          <p14:tracePt t="16109" x="463550" y="2740025"/>
          <p14:tracePt t="16117" x="463550" y="2728913"/>
          <p14:tracePt t="16127" x="488950" y="2728913"/>
          <p14:tracePt t="16133" x="500063" y="2728913"/>
          <p14:tracePt t="16142" x="512763" y="2728913"/>
          <p14:tracePt t="16150" x="538163" y="2716213"/>
          <p14:tracePt t="16165" x="550863" y="2716213"/>
          <p14:tracePt t="16173" x="550863" y="2703513"/>
          <p14:tracePt t="16181" x="563563" y="2703513"/>
          <p14:tracePt t="16189" x="576263" y="2703513"/>
          <p14:tracePt t="16198" x="588963" y="2703513"/>
          <p14:tracePt t="16206" x="625475" y="2703513"/>
          <p14:tracePt t="16214" x="638175" y="2703513"/>
          <p14:tracePt t="16221" x="663575" y="2703513"/>
          <p14:tracePt t="16229" x="701675" y="2703513"/>
          <p14:tracePt t="16237" x="750888" y="2690813"/>
          <p14:tracePt t="16245" x="838200" y="2690813"/>
          <p14:tracePt t="16253" x="925513" y="2690813"/>
          <p14:tracePt t="16261" x="1001713" y="2690813"/>
          <p14:tracePt t="16269" x="1089025" y="2690813"/>
          <p14:tracePt t="16278" x="1176338" y="2690813"/>
          <p14:tracePt t="16285" x="1252538" y="2690813"/>
          <p14:tracePt t="16294" x="1339850" y="2690813"/>
          <p14:tracePt t="16301" x="1427163" y="2690813"/>
          <p14:tracePt t="16309" x="1489075" y="2690813"/>
          <p14:tracePt t="16317" x="1565275" y="2690813"/>
          <p14:tracePt t="16325" x="1627188" y="2690813"/>
          <p14:tracePt t="16333" x="1665288" y="2690813"/>
          <p14:tracePt t="16341" x="1689100" y="2690813"/>
          <p14:tracePt t="16349" x="1714500" y="2690813"/>
          <p14:tracePt t="16358" x="1727200" y="2690813"/>
          <p14:tracePt t="16366" x="1739900" y="2690813"/>
          <p14:tracePt t="16393" x="1752600" y="2690813"/>
          <p14:tracePt t="16444" x="1765300" y="2690813"/>
          <p14:tracePt t="16452" x="1778000" y="2690813"/>
          <p14:tracePt t="16459" x="1790700" y="2690813"/>
          <p14:tracePt t="16467" x="1814513" y="2678113"/>
          <p14:tracePt t="16476" x="1827213" y="2678113"/>
          <p14:tracePt t="16484" x="1839913" y="2665413"/>
          <p14:tracePt t="16494" x="1865313" y="2665413"/>
          <p14:tracePt t="16500" x="1878013" y="2665413"/>
          <p14:tracePt t="16509" x="1890713" y="2665413"/>
          <p14:tracePt t="16516" x="1903413" y="2665413"/>
          <p14:tracePt t="16531" x="1914525" y="2665413"/>
          <p14:tracePt t="16548" x="1927225" y="2665413"/>
          <p14:tracePt t="16638" x="1939925" y="2665413"/>
          <p14:tracePt t="16662" x="1952625" y="2665413"/>
          <p14:tracePt t="16670" x="1965325" y="2652713"/>
          <p14:tracePt t="16679" x="1978025" y="2652713"/>
          <p14:tracePt t="16686" x="1990725" y="2652713"/>
          <p14:tracePt t="16701" x="2003425" y="2652713"/>
          <p14:tracePt t="16725" x="2014538" y="2652713"/>
          <p14:tracePt t="16733" x="2027238" y="2652713"/>
          <p14:tracePt t="16757" x="2039938" y="2652713"/>
          <p14:tracePt t="16781" x="2052638" y="2652713"/>
          <p14:tracePt t="17044" x="2065338" y="2652713"/>
          <p14:tracePt t="20241" x="2078038" y="2652713"/>
          <p14:tracePt t="20250" x="2139950" y="2652713"/>
          <p14:tracePt t="20258" x="2216150" y="2652713"/>
          <p14:tracePt t="20266" x="2252663" y="2652713"/>
          <p14:tracePt t="20274" x="2290763" y="2652713"/>
          <p14:tracePt t="20281" x="2316163" y="2652713"/>
          <p14:tracePt t="20290" x="2339975" y="2652713"/>
          <p14:tracePt t="20297" x="2352675" y="2652713"/>
          <p14:tracePt t="20305" x="2378075" y="2652713"/>
          <p14:tracePt t="20366" x="2390775" y="2652713"/>
          <p14:tracePt t="20374" x="2403475" y="2652713"/>
          <p14:tracePt t="20382" x="2428875" y="2652713"/>
          <p14:tracePt t="20389" x="2452688" y="2652713"/>
          <p14:tracePt t="20397" x="2465388" y="2652713"/>
          <p14:tracePt t="20405" x="2503488" y="2652713"/>
          <p14:tracePt t="20414" x="2578100" y="2652713"/>
          <p14:tracePt t="20421" x="2641600" y="2652713"/>
          <p14:tracePt t="20430" x="2703513" y="2652713"/>
          <p14:tracePt t="20438" x="2790825" y="2652713"/>
          <p14:tracePt t="20445" x="2879725" y="2652713"/>
          <p14:tracePt t="20454" x="2967038" y="2652713"/>
          <p14:tracePt t="20461" x="3041650" y="2652713"/>
          <p14:tracePt t="20470" x="3128963" y="2652713"/>
          <p14:tracePt t="20478" x="3216275" y="2652713"/>
          <p14:tracePt t="20485" x="3279775" y="2652713"/>
          <p14:tracePt t="20495" x="3354388" y="2652713"/>
          <p14:tracePt t="20504" x="3417888" y="2652713"/>
          <p14:tracePt t="20512" x="3467100" y="2652713"/>
          <p14:tracePt t="20519" x="3517900" y="2652713"/>
          <p14:tracePt t="20527" x="3554413" y="2652713"/>
          <p14:tracePt t="20535" x="3579813" y="2652713"/>
          <p14:tracePt t="20544" x="3617913" y="2652713"/>
          <p14:tracePt t="20552" x="3630613" y="2652713"/>
          <p14:tracePt t="20559" x="3654425" y="2652713"/>
          <p14:tracePt t="20567" x="3679825" y="2652713"/>
          <p14:tracePt t="20576" x="3692525" y="2652713"/>
          <p14:tracePt t="20583" x="3717925" y="2652713"/>
          <p14:tracePt t="20599" x="3730625" y="2652713"/>
          <p14:tracePt t="20609" x="3767138" y="2652713"/>
          <p14:tracePt t="20615" x="3792538" y="2652713"/>
          <p14:tracePt t="20625" x="3817938" y="2652713"/>
          <p14:tracePt t="20631" x="3830638" y="2652713"/>
          <p14:tracePt t="20639" x="3856038" y="2652713"/>
          <p14:tracePt t="20648" x="3879850" y="2652713"/>
          <p14:tracePt t="20655" x="3905250" y="2652713"/>
          <p14:tracePt t="20663" x="3930650" y="2652713"/>
          <p14:tracePt t="20671" x="3943350" y="2652713"/>
          <p14:tracePt t="20679" x="3956050" y="2652713"/>
          <p14:tracePt t="20688" x="3979863" y="2652713"/>
          <p14:tracePt t="20703" x="3992563" y="2652713"/>
          <p14:tracePt t="20711" x="4005263" y="2652713"/>
          <p14:tracePt t="20719" x="4017963" y="2652713"/>
          <p14:tracePt t="20727" x="4030663" y="2652713"/>
          <p14:tracePt t="20797" x="4043363" y="2652713"/>
          <p14:tracePt t="20806" x="4056063" y="2652713"/>
          <p14:tracePt t="20822" x="4068763" y="2652713"/>
          <p14:tracePt t="20830" x="4092575" y="2652713"/>
          <p14:tracePt t="20838" x="4117975" y="2640013"/>
          <p14:tracePt t="20846" x="4130675" y="2640013"/>
          <p14:tracePt t="20854" x="4143375" y="2640013"/>
          <p14:tracePt t="20886" x="4156075" y="2627313"/>
          <p14:tracePt t="20994" x="4168775" y="2627313"/>
          <p14:tracePt t="21002" x="4181475" y="2627313"/>
          <p14:tracePt t="21028" x="4181475" y="2616200"/>
          <p14:tracePt t="21070" x="4192588" y="2616200"/>
          <p14:tracePt t="21186" x="4205288" y="2616200"/>
          <p14:tracePt t="21202" x="4230688" y="2616200"/>
          <p14:tracePt t="21209" x="4243388" y="2603500"/>
          <p14:tracePt t="21225" x="4268788" y="2603500"/>
          <p14:tracePt t="21233" x="4281488" y="2603500"/>
          <p14:tracePt t="21241" x="4294188" y="2603500"/>
          <p14:tracePt t="21249" x="4318000" y="2590800"/>
          <p14:tracePt t="21265" x="4330700" y="2578100"/>
          <p14:tracePt t="21408" x="4343400" y="2578100"/>
          <p14:tracePt t="21416" x="4356100" y="2578100"/>
          <p14:tracePt t="21426" x="4368800" y="2578100"/>
          <p14:tracePt t="21432" x="4406900" y="2578100"/>
          <p14:tracePt t="21441" x="4430713" y="2578100"/>
          <p14:tracePt t="21448" x="4443413" y="2578100"/>
          <p14:tracePt t="21456" x="4456113" y="2578100"/>
          <p14:tracePt t="21464" x="4481513" y="2578100"/>
          <p14:tracePt t="21472" x="4494213" y="2578100"/>
          <p14:tracePt t="21480" x="4506913" y="2578100"/>
          <p14:tracePt t="21504" x="4518025" y="2578100"/>
          <p14:tracePt t="21513" x="4530725" y="2565400"/>
          <p14:tracePt t="21520" x="4543425" y="2565400"/>
          <p14:tracePt t="21528" x="4556125" y="2565400"/>
          <p14:tracePt t="21536" x="4581525" y="2565400"/>
          <p14:tracePt t="21545" x="4606925" y="2565400"/>
          <p14:tracePt t="21552" x="4619625" y="2565400"/>
          <p14:tracePt t="21561" x="4630738" y="2565400"/>
          <p14:tracePt t="21568" x="4668838" y="2565400"/>
          <p14:tracePt t="21578" x="4681538" y="2565400"/>
          <p14:tracePt t="21584" x="4706938" y="2565400"/>
          <p14:tracePt t="21595" x="4719638" y="2565400"/>
          <p14:tracePt t="21610" x="4732338" y="2565400"/>
          <p14:tracePt t="21631" x="4743450" y="2565400"/>
          <p14:tracePt t="21648" x="4768850" y="2565400"/>
          <p14:tracePt t="21663" x="4781550" y="2565400"/>
          <p14:tracePt t="21679" x="4794250" y="2565400"/>
          <p14:tracePt t="21688" x="4806950" y="2565400"/>
          <p14:tracePt t="21695" x="4819650" y="2565400"/>
          <p14:tracePt t="21720" x="4832350" y="2565400"/>
          <p14:tracePt t="21738" x="4843463" y="2565400"/>
          <p14:tracePt t="21773" x="4856163" y="2565400"/>
          <p14:tracePt t="21815" x="4868863" y="2565400"/>
          <p14:tracePt t="21829" x="4881563" y="2565400"/>
          <p14:tracePt t="21845" x="4894263" y="2565400"/>
          <p14:tracePt t="21853" x="4906963" y="2565400"/>
          <p14:tracePt t="21861" x="4932363" y="2565400"/>
          <p14:tracePt t="21869" x="4956175" y="2565400"/>
          <p14:tracePt t="21877" x="4994275" y="2565400"/>
          <p14:tracePt t="21885" x="5006975" y="2565400"/>
          <p14:tracePt t="21893" x="5019675" y="2565400"/>
          <p14:tracePt t="21901" x="5032375" y="2565400"/>
          <p14:tracePt t="21910" x="5045075" y="2565400"/>
          <p14:tracePt t="21918" x="5057775" y="2565400"/>
          <p14:tracePt t="21928" x="5068888" y="2565400"/>
          <p14:tracePt t="21948" x="5081588" y="2565400"/>
          <p14:tracePt t="21961" x="5094288" y="2565400"/>
          <p14:tracePt t="21966" x="5106988" y="2565400"/>
          <p14:tracePt t="21975" x="5119688" y="2565400"/>
          <p14:tracePt t="21982" x="5145088" y="2565400"/>
          <p14:tracePt t="21990" x="5157788" y="2565400"/>
          <p14:tracePt t="21998" x="5181600" y="2565400"/>
          <p14:tracePt t="22006" x="5207000" y="2565400"/>
          <p14:tracePt t="22013" x="5219700" y="2565400"/>
          <p14:tracePt t="22021" x="5232400" y="2565400"/>
          <p14:tracePt t="22029" x="5245100" y="2565400"/>
          <p14:tracePt t="22065" x="5257800" y="2565400"/>
          <p14:tracePt t="22097" x="5270500" y="2565400"/>
          <p14:tracePt t="22105" x="5281613" y="2565400"/>
          <p14:tracePt t="22113" x="5294313" y="2565400"/>
          <p14:tracePt t="22121" x="5307013" y="2565400"/>
          <p14:tracePt t="22129" x="5319713" y="2565400"/>
          <p14:tracePt t="22138" x="5332413" y="2565400"/>
          <p14:tracePt t="22145" x="5345113" y="2565400"/>
          <p14:tracePt t="22153" x="5357813" y="2565400"/>
          <p14:tracePt t="22161" x="5370513" y="2565400"/>
          <p14:tracePt t="22170" x="5383213" y="2565400"/>
          <p14:tracePt t="22177" x="5394325" y="2565400"/>
          <p14:tracePt t="22185" x="5419725" y="2565400"/>
          <p14:tracePt t="22193" x="5432425" y="2565400"/>
          <p14:tracePt t="22201" x="5445125" y="2565400"/>
          <p14:tracePt t="22211" x="5470525" y="2565400"/>
          <p14:tracePt t="22218" x="5507038" y="2565400"/>
          <p14:tracePt t="22227" x="5519738" y="2565400"/>
          <p14:tracePt t="22234" x="5532438" y="2565400"/>
          <p14:tracePt t="22245" x="5545138" y="2565400"/>
          <p14:tracePt t="22250" x="5557838" y="2565400"/>
          <p14:tracePt t="22261" x="5570538" y="2565400"/>
          <p14:tracePt t="22266" x="5583238" y="2565400"/>
          <p14:tracePt t="22275" x="5607050" y="2565400"/>
          <p14:tracePt t="22290" x="5632450" y="2565400"/>
          <p14:tracePt t="22306" x="5645150" y="2565400"/>
          <p14:tracePt t="22314" x="5670550" y="2565400"/>
          <p14:tracePt t="22322" x="5683250" y="2565400"/>
          <p14:tracePt t="22338" x="5708650" y="2565400"/>
          <p14:tracePt t="22354" x="5719763" y="2565400"/>
          <p14:tracePt t="22370" x="5732463" y="2565400"/>
          <p14:tracePt t="22378" x="5745163" y="2565400"/>
          <p14:tracePt t="22386" x="5757863" y="2565400"/>
          <p14:tracePt t="22402" x="5783263" y="2565400"/>
          <p14:tracePt t="22412" x="5808663" y="2565400"/>
          <p14:tracePt t="22428" x="5821363" y="2565400"/>
          <p14:tracePt t="22434" x="5845175" y="2565400"/>
          <p14:tracePt t="22445" x="5857875" y="2565400"/>
          <p14:tracePt t="22450" x="5883275" y="2565400"/>
          <p14:tracePt t="22461" x="5895975" y="2565400"/>
          <p14:tracePt t="22467" x="5932488" y="2565400"/>
          <p14:tracePt t="22475" x="5945188" y="2565400"/>
          <p14:tracePt t="22482" x="5970588" y="2565400"/>
          <p14:tracePt t="22495" x="5995988" y="2565400"/>
          <p14:tracePt t="22500" x="6021388" y="2565400"/>
          <p14:tracePt t="22512" x="6045200" y="2565400"/>
          <p14:tracePt t="22516" x="6083300" y="2565400"/>
          <p14:tracePt t="22525" x="6096000" y="2565400"/>
          <p14:tracePt t="22532" x="6121400" y="2565400"/>
          <p14:tracePt t="22540" x="6146800" y="2565400"/>
          <p14:tracePt t="22548" x="6157913" y="2565400"/>
          <p14:tracePt t="22556" x="6170613" y="2565400"/>
          <p14:tracePt t="22564" x="6196013" y="2565400"/>
          <p14:tracePt t="22572" x="6208713" y="2565400"/>
          <p14:tracePt t="22582" x="6221413" y="2565400"/>
          <p14:tracePt t="22588" x="6246813" y="2565400"/>
          <p14:tracePt t="22604" x="6259513" y="2565400"/>
          <p14:tracePt t="22611" x="6270625" y="2565400"/>
          <p14:tracePt t="24189" x="6296025" y="2552700"/>
          <p14:tracePt t="24196" x="6321425" y="2540000"/>
          <p14:tracePt t="24204" x="6370638" y="2490788"/>
          <p14:tracePt t="24213" x="6446838" y="2452688"/>
          <p14:tracePt t="24220" x="6521450" y="2427288"/>
          <p14:tracePt t="24228" x="6584950" y="2414588"/>
          <p14:tracePt t="24236" x="6659563" y="2390775"/>
          <p14:tracePt t="24245" x="6721475" y="2378075"/>
          <p14:tracePt t="24252" x="6784975" y="2352675"/>
          <p14:tracePt t="24261" x="6897688" y="2327275"/>
          <p14:tracePt t="24268" x="7010400" y="2303463"/>
          <p14:tracePt t="24277" x="7134225" y="2265363"/>
          <p14:tracePt t="24284" x="7235825" y="2214563"/>
          <p14:tracePt t="24295" x="7348538" y="2152650"/>
          <p14:tracePt t="24301" x="7459663" y="2078038"/>
          <p14:tracePt t="24310" x="7572375" y="2027238"/>
          <p14:tracePt t="24315" x="7697788" y="1965325"/>
          <p14:tracePt t="24324" x="7835900" y="1889125"/>
          <p14:tracePt t="24332" x="7974013" y="1827213"/>
          <p14:tracePt t="24340" x="8110538" y="1752600"/>
          <p14:tracePt t="24347" x="8261350" y="1663700"/>
          <p14:tracePt t="24355" x="8361363" y="1614488"/>
          <p14:tracePt t="24363" x="8474075" y="1552575"/>
          <p14:tracePt t="24372" x="8561388" y="1476375"/>
          <p14:tracePt t="24379" x="8637588" y="1414463"/>
          <p14:tracePt t="24387" x="8712200" y="1350963"/>
          <p14:tracePt t="24396" x="8763000" y="1289050"/>
          <p14:tracePt t="24403" x="8824913" y="1214438"/>
          <p14:tracePt t="24412" x="8874125" y="1138238"/>
          <p14:tracePt t="24419" x="8924925" y="1076325"/>
          <p14:tracePt t="24428" x="8963025" y="1025525"/>
          <p14:tracePt t="24435" x="8999538" y="963613"/>
          <p14:tracePt t="24443" x="9037638" y="889000"/>
          <p14:tracePt t="24451" x="9075738" y="838200"/>
          <p14:tracePt t="24460" x="9088438" y="776288"/>
          <p14:tracePt t="24469" x="9137650" y="700088"/>
          <p14:tracePt t="24477" x="9175750" y="638175"/>
          <p14:tracePt t="24485" x="9212263" y="563563"/>
          <p14:tracePt t="24494" x="9237663" y="525463"/>
          <p14:tracePt t="24502" x="9237663" y="500063"/>
          <p14:tracePt t="24510" x="9250363" y="476250"/>
          <p14:tracePt t="24518" x="9263063" y="450850"/>
          <p14:tracePt t="24527" x="9263063" y="412750"/>
          <p14:tracePt t="24544" x="9263063" y="400050"/>
          <p14:tracePt t="24560" x="9263063" y="387350"/>
          <p14:tracePt t="24566" x="9263063" y="374650"/>
          <p14:tracePt t="24574" x="9263063" y="363538"/>
          <p14:tracePt t="24598" x="9250363" y="338138"/>
          <p14:tracePt t="24606" x="9237663" y="325438"/>
          <p14:tracePt t="24613" x="9212263" y="312738"/>
          <p14:tracePt t="24622" x="9199563" y="312738"/>
          <p14:tracePt t="24630" x="9188450" y="312738"/>
          <p14:tracePt t="24638" x="9175750" y="312738"/>
          <p14:tracePt t="24646" x="9150350" y="312738"/>
          <p14:tracePt t="24654" x="9099550" y="312738"/>
          <p14:tracePt t="24662" x="9037638" y="312738"/>
          <p14:tracePt t="24670" x="8963025" y="312738"/>
          <p14:tracePt t="24678" x="8874125" y="312738"/>
          <p14:tracePt t="24686" x="8774113" y="312738"/>
          <p14:tracePt t="24693" x="8674100" y="312738"/>
          <p14:tracePt t="26205" x="8212138" y="576263"/>
          <p14:tracePt t="26212" x="7974013" y="625475"/>
          <p14:tracePt t="26220" x="7585075" y="688975"/>
          <p14:tracePt t="26228" x="7110413" y="776288"/>
          <p14:tracePt t="26236" x="6584950" y="889000"/>
          <p14:tracePt t="26246" x="6008688" y="1001713"/>
          <p14:tracePt t="26253" x="5483225" y="1125538"/>
          <p14:tracePt t="26259" x="4945063" y="1263650"/>
          <p14:tracePt t="26267" x="4468813" y="1376363"/>
          <p14:tracePt t="26275" x="4030663" y="1489075"/>
          <p14:tracePt t="26283" x="3692525" y="1589088"/>
          <p14:tracePt t="26292" x="3454400" y="1639888"/>
          <p14:tracePt t="26299" x="3254375" y="1676400"/>
          <p14:tracePt t="26309" x="3103563" y="1714500"/>
          <p14:tracePt t="26315" x="2967038" y="1739900"/>
          <p14:tracePt t="26323" x="2854325" y="1752600"/>
          <p14:tracePt t="26331" x="2741613" y="1776413"/>
          <p14:tracePt t="26339" x="2667000" y="1789113"/>
          <p14:tracePt t="26347" x="2590800" y="1814513"/>
          <p14:tracePt t="26355" x="2528888" y="1839913"/>
          <p14:tracePt t="26363" x="2465388" y="1852613"/>
          <p14:tracePt t="26371" x="2390775" y="1876425"/>
          <p14:tracePt t="26379" x="2316163" y="1901825"/>
          <p14:tracePt t="26387" x="2252663" y="1927225"/>
          <p14:tracePt t="26395" x="2190750" y="1952625"/>
          <p14:tracePt t="26403" x="2127250" y="1965325"/>
          <p14:tracePt t="26411" x="2090738" y="1989138"/>
          <p14:tracePt t="26419" x="2039938" y="1989138"/>
          <p14:tracePt t="26427" x="2003425" y="2001838"/>
          <p14:tracePt t="26435" x="1978025" y="2027238"/>
          <p14:tracePt t="26444" x="1965325" y="2027238"/>
          <p14:tracePt t="26454" x="1952625" y="2039938"/>
          <p14:tracePt t="26504" x="1927225" y="2039938"/>
          <p14:tracePt t="26512" x="1927225" y="2052638"/>
          <p14:tracePt t="26520" x="1903413" y="2065338"/>
          <p14:tracePt t="26529" x="1890713" y="2065338"/>
          <p14:tracePt t="26536" x="1865313" y="2089150"/>
          <p14:tracePt t="26545" x="1852613" y="2101850"/>
          <p14:tracePt t="26552" x="1827213" y="2101850"/>
          <p14:tracePt t="26560" x="1801813" y="2114550"/>
          <p14:tracePt t="26568" x="1790700" y="2127250"/>
          <p14:tracePt t="26577" x="1765300" y="2152650"/>
          <p14:tracePt t="37458" x="1465263" y="1876425"/>
          <p14:tracePt t="37466" x="1189038" y="1663700"/>
          <p14:tracePt t="37474" x="938213" y="1489075"/>
          <p14:tracePt t="37484" x="738188" y="1350963"/>
          <p14:tracePt t="37494" x="476250" y="1201738"/>
          <p14:tracePt t="37500" x="150813" y="1038225"/>
          <p14:tracePt t="44373" x="563563" y="412750"/>
          <p14:tracePt t="44382" x="1038225" y="550863"/>
          <p14:tracePt t="44388" x="1452563" y="663575"/>
          <p14:tracePt t="44400" x="1890713" y="788988"/>
          <p14:tracePt t="44404" x="2265363" y="901700"/>
          <p14:tracePt t="44413" x="2603500" y="1001713"/>
          <p14:tracePt t="44420" x="2903538" y="1076325"/>
          <p14:tracePt t="44429" x="3179763" y="1150938"/>
          <p14:tracePt t="44437" x="3441700" y="1201738"/>
          <p14:tracePt t="44445" x="3743325" y="1276350"/>
          <p14:tracePt t="44453" x="4005263" y="1327150"/>
          <p14:tracePt t="44460" x="4205288" y="1376363"/>
          <p14:tracePt t="44468" x="4381500" y="1401763"/>
          <p14:tracePt t="44476" x="4518025" y="1427163"/>
          <p14:tracePt t="44485" x="4619625" y="1450975"/>
          <p14:tracePt t="44492" x="4668838" y="1463675"/>
          <p14:tracePt t="44555" x="4668838" y="1476375"/>
          <p14:tracePt t="44573" x="4681538" y="1489075"/>
          <p14:tracePt t="44582" x="4694238" y="1514475"/>
          <p14:tracePt t="44589" x="4719638" y="1539875"/>
          <p14:tracePt t="44599" x="4719638" y="1563688"/>
          <p14:tracePt t="44605" x="4732338" y="1589088"/>
          <p14:tracePt t="44614" x="4732338" y="1601788"/>
          <p14:tracePt t="44621" x="4743450" y="1627188"/>
          <p14:tracePt t="44628" x="4756150" y="1652588"/>
          <p14:tracePt t="44637" x="4781550" y="1676400"/>
          <p14:tracePt t="44644" x="4794250" y="1701800"/>
          <p14:tracePt t="44654" x="4819650" y="1739900"/>
          <p14:tracePt t="44661" x="4832350" y="1765300"/>
          <p14:tracePt t="44669" x="4843463" y="1789113"/>
          <p14:tracePt t="44677" x="4856163" y="1814513"/>
          <p14:tracePt t="44684" x="4868863" y="1839913"/>
          <p14:tracePt t="44692" x="4868863" y="1852613"/>
          <p14:tracePt t="44700" x="4868863" y="1889125"/>
          <p14:tracePt t="44708" x="4868863" y="1914525"/>
          <p14:tracePt t="44716" x="4868863" y="1952625"/>
          <p14:tracePt t="44725" x="4868863" y="2001838"/>
          <p14:tracePt t="44732" x="4868863" y="2089150"/>
          <p14:tracePt t="44740" x="4868863" y="2165350"/>
          <p14:tracePt t="44748" x="4868863" y="2278063"/>
          <p14:tracePt t="44756" x="4868863" y="2352675"/>
          <p14:tracePt t="44764" x="4868863" y="2439988"/>
          <p14:tracePt t="44772" x="4868863" y="2527300"/>
          <p14:tracePt t="44781" x="4843463" y="2616200"/>
          <p14:tracePt t="44788" x="4806950" y="2703513"/>
          <p14:tracePt t="44798" x="4756150" y="2778125"/>
          <p14:tracePt t="44804" x="4706938" y="2865438"/>
          <p14:tracePt t="44815" x="4643438" y="2965450"/>
          <p14:tracePt t="44822" x="4581525" y="3041650"/>
          <p14:tracePt t="44832" x="4530725" y="3103563"/>
          <p14:tracePt t="44838" x="4494213" y="3154363"/>
          <p14:tracePt t="44848" x="4443413" y="3216275"/>
          <p14:tracePt t="44854" x="4406900" y="3254375"/>
          <p14:tracePt t="44862" x="4356100" y="3278188"/>
          <p14:tracePt t="44870" x="4305300" y="3316288"/>
          <p14:tracePt t="44878" x="4256088" y="3354388"/>
          <p14:tracePt t="44886" x="4217988" y="3367088"/>
          <p14:tracePt t="44894" x="4156075" y="3390900"/>
          <p14:tracePt t="44902" x="4105275" y="3429000"/>
          <p14:tracePt t="44910" x="4030663" y="3454400"/>
          <p14:tracePt t="44918" x="3979863" y="3467100"/>
          <p14:tracePt t="44926" x="3930650" y="3467100"/>
          <p14:tracePt t="44934" x="3905250" y="3490913"/>
          <p14:tracePt t="44942" x="3879850" y="3503613"/>
          <p14:tracePt t="44951" x="3856038" y="3541713"/>
          <p14:tracePt t="44958" x="3843338" y="3541713"/>
          <p14:tracePt t="44966" x="3817938" y="3567113"/>
          <p14:tracePt t="44981" x="3792538" y="3567113"/>
          <p14:tracePt t="44990" x="3779838" y="3567113"/>
          <p14:tracePt t="45000" x="3767138" y="3579813"/>
          <p14:tracePt t="45006" x="3743325" y="3590925"/>
          <p14:tracePt t="45015" x="3717925" y="3590925"/>
          <p14:tracePt t="45022" x="3692525" y="3590925"/>
          <p14:tracePt t="45031" x="3679825" y="3590925"/>
          <p14:tracePt t="45038" x="3654425" y="3590925"/>
          <p14:tracePt t="45047" x="3630613" y="3590925"/>
          <p14:tracePt t="45055" x="3605213" y="3590925"/>
          <p14:tracePt t="45062" x="3567113" y="3590925"/>
          <p14:tracePt t="45070" x="3541713" y="3579813"/>
          <p14:tracePt t="45078" x="3530600" y="3579813"/>
          <p14:tracePt t="45088" x="3517900" y="3579813"/>
          <p14:tracePt t="45098" x="3479800" y="3579813"/>
          <p14:tracePt t="45104" x="3441700" y="3579813"/>
          <p14:tracePt t="45112" x="3405188" y="3579813"/>
          <p14:tracePt t="45120" x="3367088" y="3579813"/>
          <p14:tracePt t="45129" x="3317875" y="3567113"/>
          <p14:tracePt t="45136" x="3267075" y="3541713"/>
          <p14:tracePt t="45144" x="3205163" y="3529013"/>
          <p14:tracePt t="45152" x="3154363" y="3503613"/>
          <p14:tracePt t="45160" x="3079750" y="3467100"/>
          <p14:tracePt t="45168" x="2992438" y="3429000"/>
          <p14:tracePt t="45176" x="2903538" y="3390900"/>
          <p14:tracePt t="45184" x="2828925" y="3367088"/>
          <p14:tracePt t="45192" x="2741613" y="3341688"/>
          <p14:tracePt t="45201" x="2667000" y="3328988"/>
          <p14:tracePt t="45208" x="2590800" y="3303588"/>
          <p14:tracePt t="45216" x="2541588" y="3290888"/>
          <p14:tracePt t="45224" x="2490788" y="3278188"/>
          <p14:tracePt t="45232" x="2465388" y="3278188"/>
          <p14:tracePt t="45240" x="2441575" y="3267075"/>
          <p14:tracePt t="45248" x="2416175" y="3267075"/>
          <p14:tracePt t="45256" x="2416175" y="3254375"/>
          <p14:tracePt t="45265" x="2403475" y="3254375"/>
          <p14:tracePt t="45282" x="2390775" y="3254375"/>
          <p14:tracePt t="45307" x="2378075" y="3241675"/>
          <p14:tracePt t="45323" x="2352675" y="3228975"/>
          <p14:tracePt t="45331" x="2316163" y="3216275"/>
          <p14:tracePt t="45338" x="2303463" y="3203575"/>
          <p14:tracePt t="45347" x="2290763" y="3203575"/>
          <p14:tracePt t="45353" x="2265363" y="3190875"/>
          <p14:tracePt t="45362" x="2252663" y="3178175"/>
          <p14:tracePt t="45370" x="2239963" y="3178175"/>
          <p14:tracePt t="45377" x="2228850" y="3178175"/>
          <p14:tracePt t="45385" x="2228850" y="3165475"/>
          <p14:tracePt t="45531" x="2216150" y="3165475"/>
          <p14:tracePt t="45703" x="2216150" y="3154363"/>
          <p14:tracePt t="45736" x="2216150" y="3141663"/>
          <p14:tracePt t="45745" x="2203450" y="3141663"/>
          <p14:tracePt t="45760" x="2203450" y="3128963"/>
          <p14:tracePt t="45777" x="2203450" y="3116263"/>
          <p14:tracePt t="45793" x="2203450" y="3103563"/>
          <p14:tracePt t="45800" x="2203450" y="3090863"/>
          <p14:tracePt t="45836" x="2203450" y="3078163"/>
          <p14:tracePt t="45870" x="2203450" y="3065463"/>
          <p14:tracePt t="45957" x="2203450" y="3054350"/>
          <p14:tracePt t="46019" x="2203450" y="3041650"/>
          <p14:tracePt t="46037" x="2203450" y="3028950"/>
          <p14:tracePt t="46052" x="2203450" y="3016250"/>
          <p14:tracePt t="46061" x="2203450" y="3003550"/>
          <p14:tracePt t="46069" x="2203450" y="2990850"/>
          <p14:tracePt t="46077" x="2216150" y="2965450"/>
          <p14:tracePt t="46085" x="2216150" y="2941638"/>
          <p14:tracePt t="46093" x="2216150" y="2928938"/>
          <p14:tracePt t="46100" x="2216150" y="2903538"/>
          <p14:tracePt t="46109" x="2216150" y="2890838"/>
          <p14:tracePt t="46116" x="2228850" y="2878138"/>
          <p14:tracePt t="46125" x="2228850" y="2865438"/>
          <p14:tracePt t="46133" x="2239963" y="2840038"/>
          <p14:tracePt t="46285" x="2252663" y="2840038"/>
          <p14:tracePt t="46293" x="2290763" y="2840038"/>
          <p14:tracePt t="46302" x="2352675" y="2828925"/>
          <p14:tracePt t="46308" x="2452688" y="2816225"/>
          <p14:tracePt t="46316" x="2590800" y="2803525"/>
          <p14:tracePt t="46324" x="2741613" y="2790825"/>
          <p14:tracePt t="46333" x="2954338" y="2765425"/>
          <p14:tracePt t="46340" x="3241675" y="2740025"/>
          <p14:tracePt t="46348" x="3554413" y="2728913"/>
          <p14:tracePt t="46356" x="3905250" y="2703513"/>
          <p14:tracePt t="46365" x="4256088" y="2665413"/>
          <p14:tracePt t="46372" x="4681538" y="2578100"/>
          <p14:tracePt t="46381" x="5081588" y="2490788"/>
          <p14:tracePt t="46390" x="5457825" y="2390775"/>
          <p14:tracePt t="46398" x="5795963" y="2314575"/>
          <p14:tracePt t="46406" x="6057900" y="2265363"/>
          <p14:tracePt t="46414" x="6359525" y="2201863"/>
          <p14:tracePt t="46422" x="6634163" y="2114550"/>
          <p14:tracePt t="46431" x="6910388" y="2014538"/>
          <p14:tracePt t="46438" x="7197725" y="1901825"/>
          <p14:tracePt t="46447" x="7472363" y="1814513"/>
          <p14:tracePt t="46453" x="7785100" y="1689100"/>
          <p14:tracePt t="46462" x="8035925" y="1601788"/>
          <p14:tracePt t="46470" x="8223250" y="1527175"/>
          <p14:tracePt t="46478" x="8386763" y="1489075"/>
          <p14:tracePt t="46486" x="8524875" y="1427163"/>
          <p14:tracePt t="46494" x="8686800" y="1363663"/>
          <p14:tracePt t="46502" x="8837613" y="1327150"/>
          <p14:tracePt t="46510" x="8963025" y="1276350"/>
          <p14:tracePt t="46518" x="9050338" y="1227138"/>
          <p14:tracePt t="46526" x="9124950" y="1176338"/>
          <p14:tracePt t="46534" x="9163050" y="1163638"/>
          <p14:tracePt t="46542" x="9188450" y="1125538"/>
          <p14:tracePt t="46557" x="9199563" y="1101725"/>
          <p14:tracePt t="46566" x="9212263" y="1076325"/>
          <p14:tracePt t="46573" x="9212263" y="1050925"/>
          <p14:tracePt t="46582" x="9224963" y="1038225"/>
          <p14:tracePt t="46589" x="9237663" y="1014413"/>
          <p14:tracePt t="46598" x="9237663" y="989013"/>
          <p14:tracePt t="46605" x="9237663" y="950913"/>
          <p14:tracePt t="46613" x="9250363" y="938213"/>
          <p14:tracePt t="46622" x="9250363" y="912813"/>
          <p14:tracePt t="46630" x="9250363" y="876300"/>
          <p14:tracePt t="46638" x="9263063" y="850900"/>
          <p14:tracePt t="46647" x="9275763" y="812800"/>
          <p14:tracePt t="46654" x="9288463" y="788988"/>
          <p14:tracePt t="46661" x="9288463" y="763588"/>
          <p14:tracePt t="46670" x="9301163" y="738188"/>
          <p14:tracePt t="46678" x="9301163" y="712788"/>
          <p14:tracePt t="46685" x="9301163" y="688975"/>
          <p14:tracePt t="46694" x="9301163" y="663575"/>
          <p14:tracePt t="46702" x="9301163" y="650875"/>
          <p14:tracePt t="46710" x="9301163" y="638175"/>
          <p14:tracePt t="46718" x="9301163" y="625475"/>
          <p14:tracePt t="46727" x="9288463" y="612775"/>
          <p14:tracePt t="46735" x="9263063" y="600075"/>
          <p14:tracePt t="46742" x="9224963" y="600075"/>
          <p14:tracePt t="46751" x="9163050" y="600075"/>
          <p14:tracePt t="46759" x="9063038" y="600075"/>
          <p14:tracePt t="46767" x="8937625" y="600075"/>
          <p14:tracePt t="46774" x="8763000" y="600075"/>
          <p14:tracePt t="46783" x="8599488" y="600075"/>
          <p14:tracePt t="46790" x="8435975" y="600075"/>
          <p14:tracePt t="46799" x="8286750" y="600075"/>
          <p14:tracePt t="46806" x="8186738" y="600075"/>
          <p14:tracePt t="46816" x="8135938" y="600075"/>
          <p14:tracePt t="46822" x="8110538" y="588963"/>
          <p14:tracePt t="46914" x="8123238" y="563563"/>
          <p14:tracePt t="46920" x="8135938" y="563563"/>
          <p14:tracePt t="48879" x="8299450" y="625475"/>
          <p14:tracePt t="48886" x="7735888" y="912813"/>
          <p14:tracePt t="48894" x="7072313" y="1276350"/>
          <p14:tracePt t="48902" x="6496050" y="1652588"/>
          <p14:tracePt t="48910" x="5983288" y="2014538"/>
          <p14:tracePt t="48918" x="5595938" y="2327275"/>
          <p14:tracePt t="48926" x="5219700" y="2627313"/>
          <p14:tracePt t="48935" x="4868863" y="2903538"/>
          <p14:tracePt t="48943" x="4556125" y="3154363"/>
          <p14:tracePt t="48951" x="4230688" y="3416300"/>
          <p14:tracePt t="48959" x="3979863" y="3654425"/>
          <p14:tracePt t="48968" x="3756025" y="3854450"/>
          <p14:tracePt t="48975" x="3592513" y="4017963"/>
          <p14:tracePt t="48982" x="3467100" y="4192588"/>
          <p14:tracePt t="48990" x="3341688" y="4367213"/>
          <p14:tracePt t="48999" x="3205163" y="4567238"/>
          <p14:tracePt t="49006" x="3092450" y="4743450"/>
          <p14:tracePt t="49016" x="3003550" y="4905375"/>
          <p14:tracePt t="49023" x="2941638" y="5043488"/>
          <p14:tracePt t="49033" x="2879725" y="5168900"/>
          <p14:tracePt t="49038" x="2854325" y="5268913"/>
          <p14:tracePt t="49048" x="2841625" y="5330825"/>
          <p14:tracePt t="49054" x="2841625" y="5394325"/>
          <p14:tracePt t="49062" x="2828925" y="5430838"/>
          <p14:tracePt t="49069" x="2816225" y="5443538"/>
          <p14:tracePt t="49105" x="2816225" y="5456238"/>
          <p14:tracePt t="49113" x="2803525" y="5456238"/>
          <p14:tracePt t="52615" x="2803525" y="5481638"/>
          <p14:tracePt t="52632" x="2841625" y="5494338"/>
          <p14:tracePt t="52640" x="2916238" y="5494338"/>
          <p14:tracePt t="52648" x="3003550" y="5494338"/>
          <p14:tracePt t="52654" x="3116263" y="5494338"/>
          <p14:tracePt t="52663" x="3267075" y="5494338"/>
          <p14:tracePt t="52670" x="3417888" y="5494338"/>
          <p14:tracePt t="52678" x="3567113" y="5494338"/>
          <p14:tracePt t="52686" x="3717925" y="5468938"/>
          <p14:tracePt t="52694" x="3867150" y="5443538"/>
          <p14:tracePt t="52702" x="3992563" y="5394325"/>
          <p14:tracePt t="52710" x="4092575" y="5343525"/>
          <p14:tracePt t="52718" x="4217988" y="5268913"/>
          <p14:tracePt t="52726" x="4330700" y="5194300"/>
          <p14:tracePt t="52735" x="4430713" y="5118100"/>
          <p14:tracePt t="52742" x="4530725" y="5043488"/>
          <p14:tracePt t="52750" x="4619625" y="4981575"/>
          <p14:tracePt t="52758" x="4732338" y="4905375"/>
          <p14:tracePt t="52766" x="4819650" y="4830763"/>
          <p14:tracePt t="52774" x="4919663" y="4756150"/>
          <p14:tracePt t="52781" x="5006975" y="4679950"/>
          <p14:tracePt t="52790" x="5094288" y="4579938"/>
          <p14:tracePt t="52799" x="5194300" y="4492625"/>
          <p14:tracePt t="52806" x="5307013" y="4379913"/>
          <p14:tracePt t="52814" x="5432425" y="4254500"/>
          <p14:tracePt t="52822" x="5583238" y="4117975"/>
          <p14:tracePt t="52832" x="5732463" y="4005263"/>
          <p14:tracePt t="52838" x="5883275" y="3867150"/>
          <p14:tracePt t="52848" x="6034088" y="3729038"/>
          <p14:tracePt t="52854" x="6221413" y="3579813"/>
          <p14:tracePt t="52862" x="6396038" y="3429000"/>
          <p14:tracePt t="52870" x="6559550" y="3267075"/>
          <p14:tracePt t="52878" x="6784975" y="3065463"/>
          <p14:tracePt t="52886" x="6946900" y="2903538"/>
          <p14:tracePt t="52894" x="7085013" y="2740025"/>
          <p14:tracePt t="52902" x="7197725" y="2616200"/>
          <p14:tracePt t="52910" x="7285038" y="2527300"/>
          <p14:tracePt t="52918" x="7348538" y="2439988"/>
          <p14:tracePt t="52926" x="7423150" y="2352675"/>
          <p14:tracePt t="52935" x="7485063" y="2278063"/>
          <p14:tracePt t="52942" x="7535863" y="2201863"/>
          <p14:tracePt t="52951" x="7561263" y="2152650"/>
          <p14:tracePt t="52958" x="7597775" y="2089150"/>
          <p14:tracePt t="52966" x="7635875" y="2065338"/>
          <p14:tracePt t="52974" x="7648575" y="2039938"/>
          <p14:tracePt t="52982" x="7673975" y="2014538"/>
          <p14:tracePt t="52992" x="7673975" y="1989138"/>
          <p14:tracePt t="53000" x="7685088" y="1965325"/>
          <p14:tracePt t="53008" x="7710488" y="1927225"/>
          <p14:tracePt t="53017" x="7735888" y="1901825"/>
          <p14:tracePt t="53024" x="7748588" y="1876425"/>
          <p14:tracePt t="53032" x="7761288" y="1839913"/>
          <p14:tracePt t="53040" x="7797800" y="1789113"/>
          <p14:tracePt t="53048" x="7848600" y="1727200"/>
          <p14:tracePt t="53056" x="7897813" y="1652588"/>
          <p14:tracePt t="53065" x="7935913" y="1601788"/>
          <p14:tracePt t="53072" x="7986713" y="1527175"/>
          <p14:tracePt t="53081" x="8035925" y="1450975"/>
          <p14:tracePt t="53088" x="8074025" y="1389063"/>
          <p14:tracePt t="53096" x="8110538" y="1327150"/>
          <p14:tracePt t="53104" x="8135938" y="1289050"/>
          <p14:tracePt t="53113" x="8135938" y="1263650"/>
          <p14:tracePt t="53120" x="8148638" y="1238250"/>
          <p14:tracePt t="53128" x="8161338" y="1227138"/>
          <p14:tracePt t="53136" x="8161338" y="1201738"/>
          <p14:tracePt t="53144" x="8174038" y="1176338"/>
          <p14:tracePt t="53152" x="8174038" y="1138238"/>
          <p14:tracePt t="53160" x="8199438" y="1114425"/>
          <p14:tracePt t="53168" x="8223250" y="1089025"/>
          <p14:tracePt t="53176" x="8235950" y="1076325"/>
          <p14:tracePt t="53184" x="8248650" y="1063625"/>
          <p14:tracePt t="53192" x="8274050" y="1038225"/>
          <p14:tracePt t="53202" x="8274050" y="1014413"/>
          <p14:tracePt t="53208" x="8299450" y="989013"/>
          <p14:tracePt t="53217" x="8299450" y="976313"/>
          <p14:tracePt t="53224" x="8324850" y="950913"/>
          <p14:tracePt t="53232" x="8335963" y="925513"/>
          <p14:tracePt t="53240" x="8335963" y="901700"/>
          <p14:tracePt t="53248" x="8335963" y="876300"/>
          <p14:tracePt t="53256" x="8348663" y="850900"/>
          <p14:tracePt t="53272" x="8361363" y="825500"/>
          <p14:tracePt t="53281" x="8361363" y="812800"/>
          <p14:tracePt t="53298" x="8361363" y="801688"/>
          <p14:tracePt t="53304" x="8361363" y="788988"/>
          <p14:tracePt t="53312" x="8374063" y="776288"/>
          <p14:tracePt t="53327" x="8374063" y="763588"/>
          <p14:tracePt t="53343" x="8374063" y="750888"/>
          <p14:tracePt t="53351" x="8374063" y="738188"/>
          <p14:tracePt t="53375" x="8374063" y="725488"/>
          <p14:tracePt t="53383" x="8374063" y="712788"/>
          <p14:tracePt t="53392" x="8374063" y="700088"/>
          <p14:tracePt t="53400" x="8386763" y="688975"/>
          <p14:tracePt t="53408" x="8386763" y="663575"/>
          <p14:tracePt t="53417" x="8399463" y="663575"/>
          <p14:tracePt t="53425" x="8399463" y="638175"/>
          <p14:tracePt t="53432" x="8399463" y="625475"/>
          <p14:tracePt t="53440" x="8399463" y="588963"/>
          <p14:tracePt t="53448" x="8412163" y="588963"/>
          <p14:tracePt t="53456" x="8412163" y="576263"/>
          <p14:tracePt t="54799" x="3979863" y="87313"/>
          <p14:tracePt t="54806" x="3454400" y="161925"/>
          <p14:tracePt t="54815" x="3003550" y="174625"/>
          <p14:tracePt t="54823" x="2667000" y="174625"/>
          <p14:tracePt t="54830" x="2441575" y="138113"/>
          <p14:tracePt t="54837" x="2265363" y="112713"/>
          <p14:tracePt t="54847" x="2116138" y="87313"/>
          <p14:tracePt t="54853" x="1965325" y="50800"/>
          <p14:tracePt t="54861" x="1814513" y="0"/>
          <p14:tracePt t="59410" x="212725" y="487363"/>
          <p14:tracePt t="59419" x="350838" y="463550"/>
          <p14:tracePt t="59425" x="500063" y="450850"/>
          <p14:tracePt t="59433" x="650875" y="425450"/>
          <p14:tracePt t="59441" x="801688" y="412750"/>
          <p14:tracePt t="59450" x="950913" y="387350"/>
          <p14:tracePt t="59459" x="1139825" y="363538"/>
          <p14:tracePt t="59468" x="1352550" y="363538"/>
          <p14:tracePt t="59476" x="1589088" y="363538"/>
          <p14:tracePt t="59483" x="1827213" y="363538"/>
          <p14:tracePt t="59491" x="2065338" y="363538"/>
          <p14:tracePt t="59499" x="2316163" y="363538"/>
          <p14:tracePt t="59506" x="2516188" y="363538"/>
          <p14:tracePt t="59514" x="2767013" y="363538"/>
          <p14:tracePt t="59522" x="3003550" y="363538"/>
          <p14:tracePt t="59530" x="3254375" y="387350"/>
          <p14:tracePt t="59538" x="3530600" y="387350"/>
          <p14:tracePt t="59546" x="3767138" y="387350"/>
          <p14:tracePt t="59554" x="4005263" y="387350"/>
          <p14:tracePt t="59562" x="4217988" y="387350"/>
          <p14:tracePt t="59570" x="4343400" y="387350"/>
          <p14:tracePt t="64153" x="6672263" y="612775"/>
          <p14:tracePt t="64159" x="6772275" y="738188"/>
          <p14:tracePt t="64168" x="6846888" y="863600"/>
          <p14:tracePt t="64175" x="6921500" y="976313"/>
          <p14:tracePt t="64183" x="6972300" y="1063625"/>
          <p14:tracePt t="64192" x="7021513" y="1125538"/>
          <p14:tracePt t="64199" x="7046913" y="1176338"/>
          <p14:tracePt t="64207" x="7072313" y="1238250"/>
          <p14:tracePt t="64215" x="7085013" y="1301750"/>
          <p14:tracePt t="64224" x="7097713" y="1363663"/>
          <p14:tracePt t="64231" x="7110413" y="1427163"/>
          <p14:tracePt t="64239" x="7110413" y="1501775"/>
          <p14:tracePt t="64249" x="7123113" y="1552575"/>
          <p14:tracePt t="64257" x="7134225" y="1639888"/>
          <p14:tracePt t="64265" x="7159625" y="1739900"/>
          <p14:tracePt t="64274" x="7172325" y="1876425"/>
          <p14:tracePt t="64281" x="7185025" y="2027238"/>
          <p14:tracePt t="64288" x="7210425" y="2178050"/>
          <p14:tracePt t="64296" x="7223125" y="2303463"/>
          <p14:tracePt t="64305" x="7223125" y="2378075"/>
          <p14:tracePt t="64312" x="7223125" y="2452688"/>
          <p14:tracePt t="64320" x="7223125" y="2503488"/>
          <p14:tracePt t="64328" x="7223125" y="2552700"/>
          <p14:tracePt t="64336" x="7223125" y="2590800"/>
          <p14:tracePt t="64344" x="7223125" y="2627313"/>
          <p14:tracePt t="64352" x="7223125" y="2652713"/>
          <p14:tracePt t="64360" x="7223125" y="2678113"/>
          <p14:tracePt t="64369" x="7223125" y="2690813"/>
          <p14:tracePt t="64376" x="7210425" y="2690813"/>
          <p14:tracePt t="64386" x="7210425" y="2703513"/>
          <p14:tracePt t="64402" x="7197725" y="2716213"/>
          <p14:tracePt t="64417" x="7197725" y="2728913"/>
          <p14:tracePt t="64425" x="7185025" y="2740025"/>
          <p14:tracePt t="64432" x="7172325" y="2752725"/>
          <p14:tracePt t="64448" x="7159625" y="2778125"/>
          <p14:tracePt t="64457" x="7159625" y="2790825"/>
          <p14:tracePt t="64465" x="7134225" y="2790825"/>
          <p14:tracePt t="64472" x="7123113" y="2828925"/>
          <p14:tracePt t="64480" x="7110413" y="2852738"/>
          <p14:tracePt t="64488" x="7097713" y="2878138"/>
          <p14:tracePt t="64496" x="7085013" y="2903538"/>
          <p14:tracePt t="64504" x="7046913" y="2941638"/>
          <p14:tracePt t="64512" x="7046913" y="2952750"/>
          <p14:tracePt t="64520" x="7021513" y="2990850"/>
          <p14:tracePt t="64528" x="6997700" y="3054350"/>
          <p14:tracePt t="64537" x="6985000" y="3103563"/>
          <p14:tracePt t="64544" x="6959600" y="3178175"/>
          <p14:tracePt t="64553" x="6934200" y="3254375"/>
          <p14:tracePt t="64561" x="6910388" y="3328988"/>
          <p14:tracePt t="64570" x="6884988" y="3378200"/>
          <p14:tracePt t="64577" x="6859588" y="3467100"/>
          <p14:tracePt t="64588" x="6821488" y="3541713"/>
          <p14:tracePt t="64593" x="6784975" y="3629025"/>
          <p14:tracePt t="64604" x="6746875" y="3716338"/>
          <p14:tracePt t="64610" x="6696075" y="3792538"/>
          <p14:tracePt t="64616" x="6659563" y="3879850"/>
          <p14:tracePt t="64624" x="6634163" y="3941763"/>
          <p14:tracePt t="64632" x="6608763" y="4017963"/>
          <p14:tracePt t="64640" x="6596063" y="4067175"/>
          <p14:tracePt t="64648" x="6584950" y="4105275"/>
          <p14:tracePt t="64656" x="6572250" y="4167188"/>
          <p14:tracePt t="64664" x="6546850" y="4205288"/>
          <p14:tracePt t="64672" x="6534150" y="4230688"/>
          <p14:tracePt t="64686" x="6521450" y="4254500"/>
          <p14:tracePt t="64688" x="6508750" y="4267200"/>
          <p14:tracePt t="64696" x="6508750" y="4279900"/>
          <p14:tracePt t="64712" x="6496050" y="4279900"/>
          <p14:tracePt t="64740" x="6483350" y="4292600"/>
          <p14:tracePt t="64920" x="6496050" y="4292600"/>
          <p14:tracePt t="64937" x="6508750" y="4279900"/>
          <p14:tracePt t="64943" x="6521450" y="4279900"/>
          <p14:tracePt t="64953" x="6534150" y="4267200"/>
          <p14:tracePt t="64960" x="6546850" y="4254500"/>
          <p14:tracePt t="64992" x="6559550" y="4241800"/>
          <p14:tracePt t="65000" x="6572250" y="4241800"/>
          <p14:tracePt t="65017" x="6572250" y="4230688"/>
          <p14:tracePt t="65024" x="6584950" y="4230688"/>
          <p14:tracePt t="65032" x="6608763" y="4192588"/>
          <p14:tracePt t="65040" x="6621463" y="4179888"/>
          <p14:tracePt t="65048" x="6634163" y="4167188"/>
          <p14:tracePt t="65056" x="6646863" y="4154488"/>
          <p14:tracePt t="65064" x="6672263" y="4141788"/>
          <p14:tracePt t="65072" x="6684963" y="4117975"/>
          <p14:tracePt t="65080" x="6696075" y="4117975"/>
          <p14:tracePt t="65123" x="6696075" y="4105275"/>
          <p14:tracePt t="65159" x="6708775" y="4105275"/>
          <p14:tracePt t="67527" x="6708775" y="4092575"/>
          <p14:tracePt t="67543" x="6708775" y="4079875"/>
          <p14:tracePt t="67594" x="6708775" y="4067175"/>
          <p14:tracePt t="68310" x="6734175" y="4054475"/>
          <p14:tracePt t="68319" x="6772275" y="4029075"/>
          <p14:tracePt t="68325" x="6846888" y="4005263"/>
          <p14:tracePt t="68332" x="6921500" y="3992563"/>
          <p14:tracePt t="68340" x="7010400" y="3967163"/>
          <p14:tracePt t="68348" x="7085013" y="3967163"/>
          <p14:tracePt t="68356" x="7159625" y="3941763"/>
          <p14:tracePt t="68365" x="7197725" y="3929063"/>
          <p14:tracePt t="68372" x="7235825" y="3905250"/>
          <p14:tracePt t="68380" x="7272338" y="3892550"/>
          <p14:tracePt t="68388" x="7310438" y="3879850"/>
          <p14:tracePt t="68396" x="7335838" y="3854450"/>
          <p14:tracePt t="68405" x="7359650" y="3841750"/>
          <p14:tracePt t="68422" x="7410450" y="3803650"/>
          <p14:tracePt t="68428" x="7435850" y="3779838"/>
          <p14:tracePt t="68437" x="7472363" y="3767138"/>
          <p14:tracePt t="68444" x="7510463" y="3716338"/>
          <p14:tracePt t="68453" x="7561263" y="3654425"/>
          <p14:tracePt t="68461" x="7635875" y="3579813"/>
          <p14:tracePt t="68469" x="7735888" y="3454400"/>
          <p14:tracePt t="68476" x="7848600" y="3290888"/>
          <p14:tracePt t="68486" x="8048625" y="3041650"/>
          <p14:tracePt t="68492" x="8235950" y="2765425"/>
          <p14:tracePt t="68501" x="8412163" y="2527300"/>
          <p14:tracePt t="68508" x="8499475" y="2390775"/>
          <p14:tracePt t="68517" x="8586788" y="2265363"/>
          <p14:tracePt t="68525" x="8650288" y="2165350"/>
          <p14:tracePt t="68533" x="8686800" y="2101850"/>
          <p14:tracePt t="68541" x="8699500" y="2052638"/>
          <p14:tracePt t="68549" x="8699500" y="2027238"/>
          <p14:tracePt t="68557" x="8699500" y="2001838"/>
          <p14:tracePt t="68565" x="8699500" y="1978025"/>
          <p14:tracePt t="68573" x="8699500" y="1952625"/>
          <p14:tracePt t="68581" x="8699500" y="1927225"/>
          <p14:tracePt t="68588" x="8699500" y="1914525"/>
          <p14:tracePt t="68596" x="8699500" y="1901825"/>
          <p14:tracePt t="68604" x="8699500" y="1876425"/>
          <p14:tracePt t="68613" x="8699500" y="1839913"/>
          <p14:tracePt t="68620" x="8712200" y="1789113"/>
          <p14:tracePt t="68628" x="8712200" y="1714500"/>
          <p14:tracePt t="68637" x="8724900" y="1663700"/>
          <p14:tracePt t="68644" x="8737600" y="1589088"/>
          <p14:tracePt t="68653" x="8750300" y="1527175"/>
          <p14:tracePt t="68663" x="8750300" y="1463675"/>
          <p14:tracePt t="68671" x="8763000" y="1427163"/>
          <p14:tracePt t="68678" x="8774113" y="1401763"/>
          <p14:tracePt t="68686" x="8774113" y="1389063"/>
          <p14:tracePt t="68695" x="8774113" y="1376363"/>
          <p14:tracePt t="68729" x="8774113" y="1363663"/>
          <p14:tracePt t="68737" x="8774113" y="1350963"/>
          <p14:tracePt t="68745" x="8763000" y="1327150"/>
          <p14:tracePt t="68753" x="8750300" y="1301750"/>
          <p14:tracePt t="68761" x="8750300" y="1276350"/>
          <p14:tracePt t="68769" x="8750300" y="1263650"/>
          <p14:tracePt t="68776" x="8737600" y="1238250"/>
          <p14:tracePt t="68786" x="8737600" y="1201738"/>
          <p14:tracePt t="68793" x="8737600" y="1189038"/>
          <p14:tracePt t="68802" x="8737600" y="1176338"/>
          <p14:tracePt t="68809" x="8737600" y="1163638"/>
          <p14:tracePt t="68817" x="8737600" y="1138238"/>
          <p14:tracePt t="68825" x="8737600" y="1125538"/>
          <p14:tracePt t="68834" x="8737600" y="1114425"/>
          <p14:tracePt t="68840" x="8737600" y="1089025"/>
          <p14:tracePt t="68873" x="8737600" y="1076325"/>
          <p14:tracePt t="68907" x="8724900" y="1063625"/>
          <p14:tracePt t="68923" x="8724900" y="1050925"/>
          <p14:tracePt t="68938" x="8712200" y="1038225"/>
          <p14:tracePt t="68963" x="8712200" y="1025525"/>
          <p14:tracePt t="68979" x="8686800" y="1014413"/>
          <p14:tracePt t="68995" x="8686800" y="1001713"/>
          <p14:tracePt t="69019" x="8686800" y="989013"/>
          <p14:tracePt t="69026" x="8674100" y="976313"/>
          <p14:tracePt t="69035" x="8661400" y="976313"/>
          <p14:tracePt t="69042" x="8661400" y="963613"/>
          <p14:tracePt t="69058" x="8661400" y="950913"/>
          <p14:tracePt t="69074" x="8661400" y="938213"/>
          <p14:tracePt t="69090" x="8661400" y="925513"/>
          <p14:tracePt t="69106" x="8661400" y="912813"/>
          <p14:tracePt t="69115" x="8661400" y="901700"/>
          <p14:tracePt t="69123" x="8661400" y="889000"/>
          <p14:tracePt t="69131" x="8661400" y="876300"/>
          <p14:tracePt t="69139" x="8661400" y="863600"/>
          <p14:tracePt t="69155" x="8661400" y="850900"/>
          <p14:tracePt t="69163" x="8661400" y="838200"/>
          <p14:tracePt t="69171" x="8661400" y="825500"/>
          <p14:tracePt t="69195" x="8661400" y="812800"/>
          <p14:tracePt t="69219" x="8661400" y="801688"/>
          <p14:tracePt t="69236" x="8650288" y="788988"/>
          <p14:tracePt t="69253" x="8650288" y="776288"/>
          <p14:tracePt t="69259" x="8650288" y="763588"/>
          <p14:tracePt t="69267" x="8650288" y="750888"/>
          <p14:tracePt t="69275" x="8650288" y="738188"/>
          <p14:tracePt t="69283" x="8650288" y="725488"/>
          <p14:tracePt t="69299" x="8650288" y="712788"/>
          <p14:tracePt t="69315" x="8650288" y="688975"/>
          <p14:tracePt t="69331" x="8650288" y="676275"/>
          <p14:tracePt t="69339" x="8650288" y="663575"/>
          <p14:tracePt t="69363" x="8650288" y="650875"/>
          <p14:tracePt t="69379" x="8650288" y="638175"/>
          <p14:tracePt t="69387" x="8650288" y="625475"/>
          <p14:tracePt t="69403" x="8637588" y="600075"/>
          <p14:tracePt t="69411" x="8624888" y="600075"/>
          <p14:tracePt t="69423" x="8624888" y="576263"/>
          <p14:tracePt t="69427" x="8599488" y="576263"/>
          <p14:tracePt t="69437" x="8599488" y="563563"/>
          <p14:tracePt t="70603" x="8074025" y="563563"/>
          <p14:tracePt t="70611" x="7661275" y="688975"/>
          <p14:tracePt t="70620" x="7185025" y="825500"/>
          <p14:tracePt t="70627" x="6672263" y="989013"/>
          <p14:tracePt t="70638" x="6157913" y="1150938"/>
          <p14:tracePt t="70643" x="5619750" y="1314450"/>
          <p14:tracePt t="70652" x="5106988" y="1476375"/>
          <p14:tracePt t="70659" x="4594225" y="1639888"/>
          <p14:tracePt t="70668" x="4117975" y="1776413"/>
          <p14:tracePt t="70675" x="3705225" y="1901825"/>
          <p14:tracePt t="70684" x="3367088" y="2001838"/>
          <p14:tracePt t="70692" x="3128963" y="2078038"/>
          <p14:tracePt t="70699" x="2954338" y="2127250"/>
          <p14:tracePt t="70707" x="2828925" y="2201863"/>
          <p14:tracePt t="70715" x="2741613" y="2265363"/>
          <p14:tracePt t="70724" x="2641600" y="2327275"/>
          <p14:tracePt t="70731" x="2565400" y="2403475"/>
          <p14:tracePt t="70740" x="2478088" y="2452688"/>
          <p14:tracePt t="70747" x="2403475" y="2516188"/>
          <p14:tracePt t="70755" x="2328863" y="2578100"/>
          <p14:tracePt t="70763" x="2252663" y="2640013"/>
          <p14:tracePt t="70771" x="2178050" y="2690813"/>
          <p14:tracePt t="70779" x="2090738" y="2752725"/>
          <p14:tracePt t="70787" x="2039938" y="2803525"/>
          <p14:tracePt t="70794" x="1990725" y="2828925"/>
          <p14:tracePt t="70802" x="1965325" y="2852738"/>
          <p14:tracePt t="70810" x="1952625" y="2865438"/>
          <p14:tracePt t="70818" x="1939925" y="2890838"/>
          <p14:tracePt t="70826" x="1927225" y="2890838"/>
          <p14:tracePt t="70835" x="1927225" y="2903538"/>
          <p14:tracePt t="70858" x="1927225" y="2916238"/>
          <p14:tracePt t="70874" x="1914525" y="2928938"/>
          <p14:tracePt t="70891" x="1914525" y="2941638"/>
          <p14:tracePt t="70899" x="1914525" y="2952750"/>
          <p14:tracePt t="70915" x="1914525" y="2965450"/>
          <p14:tracePt t="70923" x="1914525" y="2978150"/>
          <p14:tracePt t="70931" x="1914525" y="2990850"/>
          <p14:tracePt t="70947" x="1914525" y="3003550"/>
          <p14:tracePt t="70956" x="1914525" y="3016250"/>
          <p14:tracePt t="70963" x="1927225" y="3041650"/>
          <p14:tracePt t="70970" x="1939925" y="3065463"/>
          <p14:tracePt t="70979" x="1952625" y="3078163"/>
          <p14:tracePt t="70987" x="1965325" y="3103563"/>
          <p14:tracePt t="70995" x="1978025" y="3128963"/>
          <p14:tracePt t="71003" x="1990725" y="3154363"/>
          <p14:tracePt t="71011" x="2003425" y="3165475"/>
          <p14:tracePt t="71021" x="2014538" y="3203575"/>
          <p14:tracePt t="71027" x="2027238" y="3216275"/>
          <p14:tracePt t="71037" x="2052638" y="3228975"/>
          <p14:tracePt t="71043" x="2052638" y="3241675"/>
          <p14:tracePt t="71054" x="2065338" y="3254375"/>
          <p14:tracePt t="71059" x="2078038" y="3278188"/>
          <p14:tracePt t="71075" x="2103438" y="3303588"/>
          <p14:tracePt t="71102" x="2116138" y="3316288"/>
          <p14:tracePt t="71118" x="2127250" y="3328988"/>
          <p14:tracePt t="71134" x="2127250" y="3341688"/>
          <p14:tracePt t="71155" x="2139950" y="3341688"/>
          <p14:tracePt t="71163" x="2152650" y="3341688"/>
          <p14:tracePt t="71179" x="2165350" y="3341688"/>
          <p14:tracePt t="71188" x="2178050" y="3341688"/>
          <p14:tracePt t="71195" x="2203450" y="3341688"/>
          <p14:tracePt t="71204" x="2228850" y="3341688"/>
          <p14:tracePt t="71211" x="2228850" y="3328988"/>
          <p14:tracePt t="71253" x="2228850" y="3316288"/>
          <p14:tracePt t="71269" x="2228850" y="3303588"/>
          <p14:tracePt t="71330" x="2239963" y="3316288"/>
          <p14:tracePt t="71339" x="2239963" y="3328988"/>
          <p14:tracePt t="71347" x="2265363" y="3354388"/>
          <p14:tracePt t="71357" x="2278063" y="3367088"/>
          <p14:tracePt t="71365" x="2316163" y="3416300"/>
          <p14:tracePt t="71374" x="2378075" y="3454400"/>
          <p14:tracePt t="71381" x="2452688" y="3516313"/>
          <p14:tracePt t="71392" x="2565400" y="3567113"/>
          <p14:tracePt t="71397" x="2767013" y="3616325"/>
          <p14:tracePt t="71406" x="3141663" y="3741738"/>
          <p14:tracePt t="71413" x="3617913" y="3854450"/>
          <p14:tracePt t="71421" x="4181475" y="3992563"/>
          <p14:tracePt t="71428" x="4832350" y="4167188"/>
          <p14:tracePt t="71437" x="5495925" y="4318000"/>
          <p14:tracePt t="71444" x="6134100" y="4454525"/>
          <p14:tracePt t="71452" x="6696075" y="4530725"/>
          <p14:tracePt t="71460" x="7210425" y="4554538"/>
          <p14:tracePt t="71469" x="7648575" y="4554538"/>
          <p14:tracePt t="71476" x="7986713" y="4554538"/>
          <p14:tracePt t="71485" x="8299450" y="4554538"/>
          <p14:tracePt t="71492" x="8512175" y="4554538"/>
          <p14:tracePt t="71500" x="8686800" y="4518025"/>
          <p14:tracePt t="71508" x="8799513" y="4492625"/>
          <p14:tracePt t="71517" x="8886825" y="4467225"/>
          <p14:tracePt t="71525" x="8963025" y="4443413"/>
          <p14:tracePt t="71532" x="8999538" y="4430713"/>
          <p14:tracePt t="71540" x="9024938" y="4430713"/>
          <p14:tracePt t="71548" x="9037638" y="4430713"/>
          <p14:tracePt t="71556" x="9063038" y="4418013"/>
          <p14:tracePt t="71564" x="9088438" y="4405313"/>
          <p14:tracePt t="71572" x="9099550" y="4405313"/>
          <p14:tracePt t="71581" x="9137650" y="4405313"/>
          <p14:tracePt t="71588" x="9188450" y="4405313"/>
          <p14:tracePt t="71596" x="9275763" y="4405313"/>
          <p14:tracePt t="71604" x="9401175" y="4405313"/>
          <p14:tracePt t="71612" x="9513888" y="4405313"/>
          <p14:tracePt t="71620" x="9637713" y="4405313"/>
          <p14:tracePt t="71628" x="9788525" y="4405313"/>
          <p14:tracePt t="71637" x="10001250" y="4405313"/>
          <p14:tracePt t="71645" x="10201275" y="4405313"/>
          <p14:tracePt t="71653" x="10390188" y="4405313"/>
          <p14:tracePt t="71660" x="10552113" y="4405313"/>
          <p14:tracePt t="71669" x="10677525" y="4405313"/>
          <p14:tracePt t="71676" x="10777538" y="4405313"/>
          <p14:tracePt t="71685" x="10852150" y="4405313"/>
          <p14:tracePt t="71692" x="10902950" y="4405313"/>
          <p14:tracePt t="71702" x="10939463" y="4405313"/>
          <p14:tracePt t="71710" x="10977563" y="4405313"/>
          <p14:tracePt t="71719" x="11002963" y="4405313"/>
          <p14:tracePt t="71726" x="11028363" y="4392613"/>
          <p14:tracePt t="71735" x="11052175" y="4379913"/>
          <p14:tracePt t="71742" x="11077575" y="4367213"/>
          <p14:tracePt t="71751" x="11102975" y="4367213"/>
          <p14:tracePt t="71758" x="11141075" y="4367213"/>
          <p14:tracePt t="71766" x="11202988" y="4354513"/>
          <p14:tracePt t="71774" x="11328400" y="4330700"/>
          <p14:tracePt t="71782" x="11466513" y="4292600"/>
          <p14:tracePt t="71790" x="11591925" y="4279900"/>
          <p14:tracePt t="71798" x="11728450" y="4254500"/>
          <p14:tracePt t="71806" x="11866563" y="4230688"/>
          <p14:tracePt t="71814" x="12004675" y="4217988"/>
          <p14:tracePt t="71823" x="12141200" y="4192588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44299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D"/>
                </a:solidFill>
                <a:latin typeface="Aptos Display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Closing: Key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19088"/>
            <a:ext cx="31290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1024128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2904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0685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Plan before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074920" cy="1024128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1444752"/>
            <a:ext cx="2904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30367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Track evidence, not assumptions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5074920" cy="1024128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816352"/>
            <a:ext cx="2904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28285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Manage dependencies actively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97480"/>
            <a:ext cx="5074920" cy="1024128"/>
          </a:xfrm>
          <a:prstGeom prst="roundRect">
            <a:avLst/>
          </a:prstGeom>
          <a:solidFill>
            <a:srgbClr val="E7EF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2816352"/>
            <a:ext cx="2904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29038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Test before declaring readiness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5074920" cy="1024128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187952"/>
            <a:ext cx="2904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331853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Document decisions and limitations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69080"/>
            <a:ext cx="5074920" cy="1024128"/>
          </a:xfrm>
          <a:prstGeom prst="round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4187952"/>
            <a:ext cx="2904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63D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17720"/>
            <a:ext cx="430816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02832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Communicate technical work in business terms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8125" y="5577840"/>
            <a:ext cx="181383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6263D"/>
                </a:solidFill>
                <a:latin typeface="Aptos Display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Thank you.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19088"/>
            <a:ext cx="323999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584"/>
                </a:solidFill>
                <a:latin typeface="Aptos"/>
              </a:defRPr>
            </a:pPr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HealthConnect Clinic Experience Lab • Project Management Track</a:t>
            </a:r>
          </a:p>
        </p:txBody>
      </p:sp>
      <p:pic>
        <p:nvPicPr>
          <p:cNvPr id="27" name="Audio 26">
            <a:hlinkClick r:id="" action="ppaction://media"/>
            <a:extLst>
              <a:ext uri="{FF2B5EF4-FFF2-40B4-BE49-F238E27FC236}">
                <a16:creationId xmlns:a16="http://schemas.microsoft.com/office/drawing/2014/main" id="{5B04B710-B830-4142-9F6B-C9E5921EB4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7366"/>
    </mc:Choice>
    <mc:Fallback>
      <p:transition spd="slow" advTm="873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14" x="11277600" y="2840038"/>
          <p14:tracePt t="720" x="10726738" y="2765425"/>
          <p14:tracePt t="729" x="10001250" y="2716213"/>
          <p14:tracePt t="736" x="9212263" y="2665413"/>
          <p14:tracePt t="745" x="8361363" y="2590800"/>
          <p14:tracePt t="752" x="7572375" y="2516188"/>
          <p14:tracePt t="762" x="6884988" y="2465388"/>
          <p14:tracePt t="768" x="6221413" y="2365375"/>
          <p14:tracePt t="776" x="5683250" y="2252663"/>
          <p14:tracePt t="784" x="5270500" y="2201863"/>
          <p14:tracePt t="792" x="5006975" y="2178050"/>
          <p14:tracePt t="800" x="4832350" y="2152650"/>
          <p14:tracePt t="808" x="4694238" y="2139950"/>
          <p14:tracePt t="816" x="4594225" y="2127250"/>
          <p14:tracePt t="824" x="4556125" y="2127250"/>
          <p14:tracePt t="840" x="4543425" y="2127250"/>
          <p14:tracePt t="856" x="4530725" y="2127250"/>
          <p14:tracePt t="864" x="4518025" y="2127250"/>
          <p14:tracePt t="872" x="4494213" y="2127250"/>
          <p14:tracePt t="880" x="4481513" y="2139950"/>
          <p14:tracePt t="888" x="4456113" y="2178050"/>
          <p14:tracePt t="896" x="4456113" y="2190750"/>
          <p14:tracePt t="904" x="4430713" y="2227263"/>
          <p14:tracePt t="912" x="4418013" y="2278063"/>
          <p14:tracePt t="920" x="4394200" y="2314575"/>
          <p14:tracePt t="928" x="4368800" y="2339975"/>
          <p14:tracePt t="936" x="4356100" y="2365375"/>
          <p14:tracePt t="945" x="4330700" y="2403475"/>
          <p14:tracePt t="952" x="4330700" y="2414588"/>
          <p14:tracePt t="961" x="4318000" y="2427288"/>
          <p14:tracePt t="968" x="4294188" y="2465388"/>
          <p14:tracePt t="976" x="4281488" y="2490788"/>
          <p14:tracePt t="984" x="4281488" y="2503488"/>
          <p14:tracePt t="992" x="4256088" y="2527300"/>
          <p14:tracePt t="1000" x="4217988" y="2552700"/>
          <p14:tracePt t="1008" x="4217988" y="2578100"/>
          <p14:tracePt t="1016" x="4168775" y="2616200"/>
          <p14:tracePt t="1024" x="4143375" y="2652713"/>
          <p14:tracePt t="1032" x="4130675" y="2665413"/>
          <p14:tracePt t="1040" x="4105275" y="2690813"/>
          <p14:tracePt t="1050" x="4068763" y="2703513"/>
          <p14:tracePt t="1058" x="4030663" y="2728913"/>
          <p14:tracePt t="1077" x="3956050" y="2765425"/>
          <p14:tracePt t="1082" x="3930650" y="2778125"/>
          <p14:tracePt t="1090" x="3917950" y="2790825"/>
          <p14:tracePt t="1098" x="3905250" y="2790825"/>
          <p14:tracePt t="1106" x="3892550" y="2803525"/>
          <p14:tracePt t="3849" x="3892550" y="2903538"/>
          <p14:tracePt t="3857" x="3943350" y="3103563"/>
          <p14:tracePt t="3866" x="3992563" y="3367088"/>
          <p14:tracePt t="3873" x="4043363" y="3629025"/>
          <p14:tracePt t="3882" x="4105275" y="3892550"/>
          <p14:tracePt t="3889" x="4168775" y="4129088"/>
          <p14:tracePt t="3897" x="4217988" y="4330700"/>
          <p14:tracePt t="3904" x="4256088" y="4479925"/>
          <p14:tracePt t="3912" x="4305300" y="4605338"/>
          <p14:tracePt t="3920" x="4381500" y="4718050"/>
          <p14:tracePt t="3929" x="4430713" y="4805363"/>
          <p14:tracePt t="3936" x="4456113" y="4868863"/>
          <p14:tracePt t="3945" x="4468813" y="4892675"/>
          <p14:tracePt t="3962" x="4481513" y="4892675"/>
          <p14:tracePt t="3992" x="4494213" y="4892675"/>
          <p14:tracePt t="4346" x="4506913" y="4892675"/>
          <p14:tracePt t="4440" x="4518025" y="4892675"/>
          <p14:tracePt t="4536" x="4530725" y="4892675"/>
          <p14:tracePt t="4543" x="4530725" y="4879975"/>
          <p14:tracePt t="7068" x="4556125" y="4879975"/>
          <p14:tracePt t="7077" x="4581525" y="4879975"/>
          <p14:tracePt t="7084" x="4619625" y="4868863"/>
          <p14:tracePt t="7091" x="4643438" y="4843463"/>
          <p14:tracePt t="7100" x="4668838" y="4830763"/>
          <p14:tracePt t="7107" x="4719638" y="4805363"/>
          <p14:tracePt t="7114" x="4781550" y="4768850"/>
          <p14:tracePt t="7122" x="4906963" y="4705350"/>
          <p14:tracePt t="7130" x="5045075" y="4618038"/>
          <p14:tracePt t="7138" x="5270500" y="4543425"/>
          <p14:tracePt t="7148" x="5495925" y="4430713"/>
          <p14:tracePt t="7154" x="5745163" y="4330700"/>
          <p14:tracePt t="7162" x="6034088" y="4217988"/>
          <p14:tracePt t="7170" x="6321425" y="4079875"/>
          <p14:tracePt t="7178" x="6646863" y="3941763"/>
          <p14:tracePt t="7186" x="6921500" y="3816350"/>
          <p14:tracePt t="7195" x="7146925" y="3741738"/>
          <p14:tracePt t="7202" x="7297738" y="3703638"/>
          <p14:tracePt t="7212" x="7397750" y="3641725"/>
          <p14:tracePt t="7220" x="7485063" y="3603625"/>
          <p14:tracePt t="7229" x="7535863" y="3590925"/>
          <p14:tracePt t="7236" x="7548563" y="3554413"/>
          <p14:tracePt t="7245" x="7572375" y="3554413"/>
          <p14:tracePt t="7252" x="7585075" y="3541713"/>
          <p14:tracePt t="7262" x="7597775" y="3529013"/>
          <p14:tracePt t="7331" x="7610475" y="3529013"/>
          <p14:tracePt t="7339" x="7610475" y="3516313"/>
          <p14:tracePt t="7355" x="7623175" y="3516313"/>
          <p14:tracePt t="7707" x="7610475" y="3529013"/>
          <p14:tracePt t="7715" x="7610475" y="3541713"/>
          <p14:tracePt t="7723" x="7572375" y="3567113"/>
          <p14:tracePt t="7731" x="7548563" y="3579813"/>
          <p14:tracePt t="7738" x="7510463" y="3616325"/>
          <p14:tracePt t="7747" x="7435850" y="3667125"/>
          <p14:tracePt t="7754" x="7310438" y="3716338"/>
          <p14:tracePt t="7762" x="7172325" y="3767138"/>
          <p14:tracePt t="7770" x="6972300" y="3854450"/>
          <p14:tracePt t="7778" x="6759575" y="3916363"/>
          <p14:tracePt t="7786" x="6559550" y="3979863"/>
          <p14:tracePt t="7795" x="6408738" y="4005263"/>
          <p14:tracePt t="7802" x="6157913" y="4067175"/>
          <p14:tracePt t="7811" x="5821363" y="4141788"/>
          <p14:tracePt t="7818" x="5695950" y="4167188"/>
          <p14:tracePt t="7826" x="5619750" y="4167188"/>
          <p14:tracePt t="8023" x="5607050" y="4167188"/>
          <p14:tracePt t="8031" x="5595938" y="4179888"/>
          <p14:tracePt t="8039" x="5583238" y="4192588"/>
          <p14:tracePt t="8047" x="5583238" y="4205288"/>
          <p14:tracePt t="8088" x="5595938" y="4217988"/>
          <p14:tracePt t="8097" x="5607050" y="4230688"/>
          <p14:tracePt t="8105" x="5632450" y="4241800"/>
          <p14:tracePt t="8117" x="5645150" y="4254500"/>
          <p14:tracePt t="8121" x="5657850" y="4267200"/>
          <p14:tracePt t="8129" x="5657850" y="4279900"/>
          <p14:tracePt t="8134" x="5670550" y="4279900"/>
          <p14:tracePt t="8150" x="5695950" y="4292600"/>
          <p14:tracePt t="8158" x="5708650" y="4305300"/>
          <p14:tracePt t="8166" x="5719763" y="4305300"/>
          <p14:tracePt t="8174" x="5745163" y="4305300"/>
          <p14:tracePt t="8182" x="5770563" y="4305300"/>
          <p14:tracePt t="8190" x="5783263" y="4305300"/>
          <p14:tracePt t="8198" x="5821363" y="4305300"/>
          <p14:tracePt t="8206" x="5870575" y="4305300"/>
          <p14:tracePt t="8214" x="5945188" y="4279900"/>
          <p14:tracePt t="8224" x="6034088" y="4254500"/>
          <p14:tracePt t="8230" x="6121400" y="4241800"/>
          <p14:tracePt t="8238" x="6196013" y="4217988"/>
          <p14:tracePt t="8246" x="6259513" y="4192588"/>
          <p14:tracePt t="8254" x="6334125" y="4179888"/>
          <p14:tracePt t="8262" x="6408738" y="4154488"/>
          <p14:tracePt t="8270" x="6459538" y="4141788"/>
          <p14:tracePt t="8278" x="6483350" y="4117975"/>
          <p14:tracePt t="8286" x="6508750" y="4105275"/>
          <p14:tracePt t="8295" x="6521450" y="4092575"/>
          <p14:tracePt t="8302" x="6546850" y="4079875"/>
          <p14:tracePt t="8311" x="6584950" y="4067175"/>
          <p14:tracePt t="8318" x="6608763" y="4041775"/>
          <p14:tracePt t="8328" x="6659563" y="4029075"/>
          <p14:tracePt t="8334" x="6721475" y="4005263"/>
          <p14:tracePt t="8345" x="6797675" y="3954463"/>
          <p14:tracePt t="8352" x="6884988" y="3916363"/>
          <p14:tracePt t="8362" x="6972300" y="3854450"/>
          <p14:tracePt t="8368" x="7059613" y="3779838"/>
          <p14:tracePt t="8376" x="7159625" y="3716338"/>
          <p14:tracePt t="8384" x="7235825" y="3667125"/>
          <p14:tracePt t="8392" x="7310438" y="3616325"/>
          <p14:tracePt t="8400" x="7372350" y="3554413"/>
          <p14:tracePt t="8408" x="7423150" y="3490913"/>
          <p14:tracePt t="8416" x="7472363" y="3416300"/>
          <p14:tracePt t="8425" x="7523163" y="3341688"/>
          <p14:tracePt t="8432" x="7585075" y="3267075"/>
          <p14:tracePt t="8440" x="7673975" y="3178175"/>
          <p14:tracePt t="8448" x="7773988" y="3054350"/>
          <p14:tracePt t="8456" x="7910513" y="2903538"/>
          <p14:tracePt t="8464" x="8035925" y="2778125"/>
          <p14:tracePt t="8472" x="8186738" y="2640013"/>
          <p14:tracePt t="8480" x="8286750" y="2527300"/>
          <p14:tracePt t="8488" x="8374063" y="2439988"/>
          <p14:tracePt t="8496" x="8435975" y="2365375"/>
          <p14:tracePt t="8504" x="8486775" y="2290763"/>
          <p14:tracePt t="8513" x="8561388" y="2201863"/>
          <p14:tracePt t="8520" x="8624888" y="2114550"/>
          <p14:tracePt t="8528" x="8674100" y="2039938"/>
          <p14:tracePt t="8536" x="8750300" y="1965325"/>
          <p14:tracePt t="8545" x="8799513" y="1889125"/>
          <p14:tracePt t="8552" x="8863013" y="1814513"/>
          <p14:tracePt t="8562" x="8924925" y="1714500"/>
          <p14:tracePt t="8568" x="8986838" y="1614488"/>
          <p14:tracePt t="8576" x="9075738" y="1501775"/>
          <p14:tracePt t="8584" x="9150350" y="1376363"/>
          <p14:tracePt t="8593" x="9224963" y="1276350"/>
          <p14:tracePt t="8600" x="9288463" y="1176338"/>
          <p14:tracePt t="8608" x="9324975" y="1101725"/>
          <p14:tracePt t="8616" x="9363075" y="1038225"/>
          <p14:tracePt t="8624" x="9401175" y="976313"/>
          <p14:tracePt t="8632" x="9413875" y="912813"/>
          <p14:tracePt t="8640" x="9424988" y="863600"/>
          <p14:tracePt t="8648" x="9424988" y="825500"/>
          <p14:tracePt t="8656" x="9437688" y="788988"/>
          <p14:tracePt t="8664" x="9437688" y="763588"/>
          <p14:tracePt t="8672" x="9437688" y="750888"/>
          <p14:tracePt t="8680" x="9437688" y="738188"/>
          <p14:tracePt t="8688" x="9437688" y="725488"/>
          <p14:tracePt t="8696" x="9437688" y="712788"/>
          <p14:tracePt t="8712" x="9437688" y="700088"/>
          <p14:tracePt t="8720" x="9424988" y="688975"/>
          <p14:tracePt t="8729" x="9424988" y="663575"/>
          <p14:tracePt t="8736" x="9401175" y="650875"/>
          <p14:tracePt t="8745" x="9388475" y="638175"/>
          <p14:tracePt t="8752" x="9363075" y="600075"/>
          <p14:tracePt t="8762" x="9350375" y="600075"/>
          <p14:tracePt t="8768" x="9324975" y="563563"/>
          <p14:tracePt t="8778" x="9301163" y="563563"/>
          <p14:tracePt t="8784" x="9275763" y="550863"/>
          <p14:tracePt t="8792" x="9250363" y="550863"/>
          <p14:tracePt t="8802" x="9224963" y="550863"/>
          <p14:tracePt t="8812" x="9175750" y="538163"/>
          <p14:tracePt t="8818" x="9099550" y="525463"/>
          <p14:tracePt t="8826" x="9050338" y="525463"/>
          <p14:tracePt t="8834" x="8999538" y="525463"/>
          <p14:tracePt t="8842" x="8924925" y="525463"/>
          <p14:tracePt t="8850" x="8886825" y="525463"/>
          <p14:tracePt t="8859" x="8863013" y="525463"/>
          <p14:tracePt t="8866" x="8837613" y="525463"/>
          <p14:tracePt t="8874" x="8824913" y="525463"/>
          <p14:tracePt t="8882" x="8799513" y="525463"/>
          <p14:tracePt t="8979" x="8786813" y="525463"/>
          <p14:tracePt t="9003" x="8774113" y="525463"/>
          <p14:tracePt t="9012" x="8763000" y="538163"/>
          <p14:tracePt t="9019" x="8750300" y="550863"/>
          <p14:tracePt t="9028" x="8724900" y="550863"/>
          <p14:tracePt t="9189" x="8712200" y="550863"/>
          <p14:tracePt t="9231" x="8699500" y="550863"/>
          <p14:tracePt t="9239" x="8699500" y="538163"/>
          <p14:tracePt t="9247" x="8686800" y="538163"/>
          <p14:tracePt t="9263" x="8674100" y="538163"/>
          <p14:tracePt t="9271" x="8674100" y="525463"/>
          <p14:tracePt t="11830" x="8674100" y="600075"/>
          <p14:tracePt t="11835" x="8674100" y="650875"/>
          <p14:tracePt t="11844" x="8674100" y="676275"/>
          <p14:tracePt t="11850" x="8674100" y="712788"/>
          <p14:tracePt t="11858" x="8686800" y="725488"/>
          <p14:tracePt t="11866" x="8686800" y="738188"/>
          <p14:tracePt t="11874" x="8686800" y="750888"/>
          <p14:tracePt t="11883" x="8686800" y="763588"/>
          <p14:tracePt t="11890" x="8686800" y="776288"/>
          <p14:tracePt t="11898" x="8686800" y="801688"/>
          <p14:tracePt t="11906" x="8686800" y="825500"/>
          <p14:tracePt t="11914" x="8686800" y="850900"/>
          <p14:tracePt t="11922" x="8686800" y="863600"/>
          <p14:tracePt t="11930" x="8686800" y="889000"/>
          <p14:tracePt t="11938" x="8686800" y="912813"/>
          <p14:tracePt t="11946" x="8699500" y="950913"/>
          <p14:tracePt t="11954" x="8699500" y="976313"/>
          <p14:tracePt t="11962" x="8699500" y="1001713"/>
          <p14:tracePt t="11970" x="8699500" y="1025525"/>
          <p14:tracePt t="11978" x="8699500" y="1038225"/>
          <p14:tracePt t="11995" x="8699500" y="1050925"/>
          <p14:tracePt t="12264" x="8699500" y="1025525"/>
          <p14:tracePt t="12273" x="8699500" y="1001713"/>
          <p14:tracePt t="12281" x="8699500" y="989013"/>
          <p14:tracePt t="12289" x="8699500" y="976313"/>
          <p14:tracePt t="12297" x="8699500" y="950913"/>
          <p14:tracePt t="12305" x="8699500" y="938213"/>
          <p14:tracePt t="12315" x="8699500" y="925513"/>
          <p14:tracePt t="12321" x="8699500" y="912813"/>
          <p14:tracePt t="12331" x="8699500" y="901700"/>
          <p14:tracePt t="12337" x="8699500" y="889000"/>
          <p14:tracePt t="12348" x="8699500" y="876300"/>
          <p14:tracePt t="12364" x="8699500" y="863600"/>
          <p14:tracePt t="12369" x="8699500" y="850900"/>
          <p14:tracePt t="12387" x="8699500" y="838200"/>
          <p14:tracePt t="12419" x="8699500" y="825500"/>
          <p14:tracePt t="12451" x="8699500" y="812800"/>
          <p14:tracePt t="12460" x="8699500" y="801688"/>
          <p14:tracePt t="12475" x="8699500" y="788988"/>
          <p14:tracePt t="12663" x="8699500" y="776288"/>
          <p14:tracePt t="12867" x="8712200" y="776288"/>
          <p14:tracePt t="13295" x="8712200" y="763588"/>
          <p14:tracePt t="13303" x="8712200" y="738188"/>
          <p14:tracePt t="13611" x="8712200" y="725488"/>
          <p14:tracePt t="13617" x="8712200" y="712788"/>
          <p14:tracePt t="13626" x="8712200" y="700088"/>
          <p14:tracePt t="13648" x="8712200" y="688975"/>
          <p14:tracePt t="13664" x="8712200" y="676275"/>
          <p14:tracePt t="13696" x="8712200" y="663575"/>
          <p14:tracePt t="14024" x="8712200" y="650875"/>
          <p14:tracePt t="14711" x="8712200" y="625475"/>
          <p14:tracePt t="14719" x="8712200" y="612775"/>
          <p14:tracePt t="14769" x="8712200" y="600075"/>
          <p14:tracePt t="14795" x="8712200" y="588963"/>
          <p14:tracePt t="14876" x="8712200" y="576263"/>
          <p14:tracePt t="14961" x="8712200" y="563563"/>
          <p14:tracePt t="14969" x="8699500" y="563563"/>
          <p14:tracePt t="14993" x="8686800" y="550863"/>
          <p14:tracePt t="15001" x="8686800" y="538163"/>
          <p14:tracePt t="15017" x="8674100" y="538163"/>
          <p14:tracePt t="15051" x="8674100" y="525463"/>
          <p14:tracePt t="22214" x="8537575" y="663575"/>
          <p14:tracePt t="22221" x="8524875" y="838200"/>
          <p14:tracePt t="22229" x="8512175" y="976313"/>
          <p14:tracePt t="22237" x="8486775" y="1076325"/>
          <p14:tracePt t="22248" x="8474075" y="1163638"/>
          <p14:tracePt t="22253" x="8474075" y="1250950"/>
          <p14:tracePt t="22264" x="8461375" y="1339850"/>
          <p14:tracePt t="22269" x="8435975" y="1427163"/>
          <p14:tracePt t="22281" x="8424863" y="1539875"/>
          <p14:tracePt t="22285" x="8399463" y="1676400"/>
          <p14:tracePt t="22293" x="8361363" y="1827213"/>
          <p14:tracePt t="22301" x="8335963" y="1978025"/>
          <p14:tracePt t="22308" x="8312150" y="2152650"/>
          <p14:tracePt t="22317" x="8286750" y="2303463"/>
          <p14:tracePt t="22325" x="8248650" y="2465388"/>
          <p14:tracePt t="22333" x="8223250" y="2640013"/>
          <p14:tracePt t="22343" x="8199438" y="2803525"/>
          <p14:tracePt t="22350" x="8174038" y="2990850"/>
          <p14:tracePt t="22358" x="8123238" y="3190875"/>
          <p14:tracePt t="22366" x="8099425" y="3390900"/>
          <p14:tracePt t="22375" x="8061325" y="3541713"/>
          <p14:tracePt t="22383" x="8035925" y="3654425"/>
          <p14:tracePt t="22391" x="8023225" y="3754438"/>
          <p14:tracePt t="22398" x="7999413" y="3841750"/>
          <p14:tracePt t="22406" x="7986713" y="3916363"/>
          <p14:tracePt t="22415" x="7974013" y="3979863"/>
          <p14:tracePt t="22422" x="7948613" y="4005263"/>
          <p14:tracePt t="22430" x="7948613" y="4017963"/>
          <p14:tracePt t="22439" x="7935913" y="4054475"/>
          <p14:tracePt t="22447" x="7923213" y="4079875"/>
          <p14:tracePt t="22454" x="7886700" y="4141788"/>
          <p14:tracePt t="22463" x="7848600" y="4192588"/>
          <p14:tracePt t="22470" x="7810500" y="4267200"/>
          <p14:tracePt t="22478" x="7773988" y="4341813"/>
          <p14:tracePt t="22486" x="7748588" y="4405313"/>
          <p14:tracePt t="22494" x="7710488" y="4479925"/>
          <p14:tracePt t="22502" x="7673975" y="4567238"/>
          <p14:tracePt t="22511" x="7623175" y="4643438"/>
          <p14:tracePt t="22518" x="7572375" y="4718050"/>
          <p14:tracePt t="22526" x="7523163" y="4792663"/>
          <p14:tracePt t="22534" x="7459663" y="4868863"/>
          <p14:tracePt t="22542" x="7397750" y="4956175"/>
          <p14:tracePt t="22550" x="7335838" y="5030788"/>
          <p14:tracePt t="22558" x="7272338" y="5092700"/>
          <p14:tracePt t="22566" x="7246938" y="5156200"/>
          <p14:tracePt t="22575" x="7210425" y="5218113"/>
          <p14:tracePt t="22582" x="7159625" y="5256213"/>
          <p14:tracePt t="22590" x="7123113" y="5294313"/>
          <p14:tracePt t="22598" x="7072313" y="5318125"/>
          <p14:tracePt t="22606" x="7010400" y="5318125"/>
          <p14:tracePt t="22614" x="6934200" y="5343525"/>
          <p14:tracePt t="22622" x="6834188" y="5368925"/>
          <p14:tracePt t="22630" x="6696075" y="5394325"/>
          <p14:tracePt t="22638" x="6559550" y="5407025"/>
          <p14:tracePt t="22647" x="6434138" y="5407025"/>
          <p14:tracePt t="22654" x="6296025" y="5407025"/>
          <p14:tracePt t="22662" x="6183313" y="5407025"/>
          <p14:tracePt t="22670" x="6045200" y="5407025"/>
          <p14:tracePt t="22678" x="5932488" y="5418138"/>
          <p14:tracePt t="22686" x="5795963" y="5418138"/>
          <p14:tracePt t="22695" x="5657850" y="5418138"/>
          <p14:tracePt t="22702" x="5507038" y="5418138"/>
          <p14:tracePt t="22712" x="5383213" y="5418138"/>
          <p14:tracePt t="22720" x="5257800" y="5381625"/>
          <p14:tracePt t="22728" x="5157788" y="5356225"/>
          <p14:tracePt t="22736" x="5057775" y="5330825"/>
          <p14:tracePt t="22744" x="4968875" y="5318125"/>
          <p14:tracePt t="22752" x="4868863" y="5281613"/>
          <p14:tracePt t="22761" x="4781550" y="5256213"/>
          <p14:tracePt t="22768" x="4719638" y="5218113"/>
          <p14:tracePt t="22776" x="4643438" y="5168900"/>
          <p14:tracePt t="22784" x="4568825" y="5130800"/>
          <p14:tracePt t="22792" x="4494213" y="5092700"/>
          <p14:tracePt t="22800" x="4418013" y="5043488"/>
          <p14:tracePt t="22808" x="4343400" y="4992688"/>
          <p14:tracePt t="22816" x="4268788" y="4930775"/>
          <p14:tracePt t="22824" x="4168775" y="4868863"/>
          <p14:tracePt t="22832" x="4105275" y="4818063"/>
          <p14:tracePt t="22840" x="4068763" y="4792663"/>
          <p14:tracePt t="22848" x="4056063" y="4768850"/>
          <p14:tracePt t="22865" x="4043363" y="4768850"/>
          <p14:tracePt t="22873" x="4043363" y="4756150"/>
          <p14:tracePt t="22881" x="4043363" y="4743450"/>
          <p14:tracePt t="22889" x="4043363" y="4730750"/>
          <p14:tracePt t="22896" x="4043363" y="4705350"/>
          <p14:tracePt t="22905" x="4043363" y="4679950"/>
          <p14:tracePt t="22913" x="4043363" y="4667250"/>
          <p14:tracePt t="22920" x="4043363" y="4643438"/>
          <p14:tracePt t="22930" x="4030663" y="4618038"/>
          <p14:tracePt t="22937" x="4030663" y="4605338"/>
          <p14:tracePt t="22946" x="4030663" y="4592638"/>
          <p14:tracePt t="22953" x="4017963" y="4554538"/>
          <p14:tracePt t="22969" x="4005263" y="4543425"/>
          <p14:tracePt t="22985" x="4005263" y="4530725"/>
          <p14:tracePt t="23001" x="4005263" y="4518025"/>
          <p14:tracePt t="23009" x="4005263" y="4505325"/>
          <p14:tracePt t="23017" x="4005263" y="4479925"/>
          <p14:tracePt t="23025" x="4005263" y="4454525"/>
          <p14:tracePt t="23033" x="4005263" y="4443413"/>
          <p14:tracePt t="23040" x="4005263" y="4418013"/>
          <p14:tracePt t="23049" x="4005263" y="4405313"/>
          <p14:tracePt t="23057" x="4005263" y="4392613"/>
          <p14:tracePt t="23065" x="4005263" y="4379913"/>
          <p14:tracePt t="23117" x="4005263" y="4367213"/>
          <p14:tracePt t="23141" x="4005263" y="4354513"/>
          <p14:tracePt t="23212" x="4005263" y="4341813"/>
          <p14:tracePt t="23237" x="4005263" y="4330700"/>
          <p14:tracePt t="23261" x="4005263" y="4318000"/>
          <p14:tracePt t="23270" x="4005263" y="4305300"/>
          <p14:tracePt t="23278" x="4017963" y="4279900"/>
          <p14:tracePt t="23285" x="4017963" y="4254500"/>
          <p14:tracePt t="23293" x="4030663" y="4230688"/>
          <p14:tracePt t="23301" x="4030663" y="4205288"/>
          <p14:tracePt t="23807" x="4030663" y="4230688"/>
          <p14:tracePt t="23815" x="4043363" y="4267200"/>
          <p14:tracePt t="23823" x="4056063" y="4341813"/>
          <p14:tracePt t="23831" x="4056063" y="4405313"/>
          <p14:tracePt t="23839" x="4068763" y="4467225"/>
          <p14:tracePt t="23847" x="4092575" y="4518025"/>
          <p14:tracePt t="23855" x="4117975" y="4579938"/>
          <p14:tracePt t="23863" x="4130675" y="4630738"/>
          <p14:tracePt t="23870" x="4168775" y="4692650"/>
          <p14:tracePt t="23879" x="4192588" y="4768850"/>
          <p14:tracePt t="23887" x="4230688" y="4843463"/>
          <p14:tracePt t="23897" x="4281488" y="4892675"/>
          <p14:tracePt t="23902" x="4318000" y="4956175"/>
          <p14:tracePt t="23913" x="4343400" y="5018088"/>
          <p14:tracePt t="23918" x="4394200" y="5056188"/>
          <p14:tracePt t="23926" x="4456113" y="5118100"/>
          <p14:tracePt t="23934" x="4518025" y="5168900"/>
          <p14:tracePt t="23943" x="4581525" y="5218113"/>
          <p14:tracePt t="23950" x="4630738" y="5281613"/>
          <p14:tracePt t="23959" x="4719638" y="5356225"/>
          <p14:tracePt t="23966" x="4781550" y="5407025"/>
          <p14:tracePt t="23975" x="4843463" y="5443538"/>
          <p14:tracePt t="23982" x="4919663" y="5481638"/>
          <p14:tracePt t="23990" x="4981575" y="5518150"/>
          <p14:tracePt t="24000" x="5057775" y="5556250"/>
          <p14:tracePt t="24009" x="5145088" y="5581650"/>
          <p14:tracePt t="24016" x="5257800" y="5594350"/>
          <p14:tracePt t="24025" x="5394325" y="5619750"/>
          <p14:tracePt t="24032" x="5545138" y="5630863"/>
          <p14:tracePt t="24040" x="5695950" y="5630863"/>
          <p14:tracePt t="24048" x="5832475" y="5643563"/>
          <p14:tracePt t="24056" x="5932488" y="5643563"/>
          <p14:tracePt t="24064" x="5995988" y="5643563"/>
          <p14:tracePt t="24072" x="6034088" y="5643563"/>
          <p14:tracePt t="24082" x="6070600" y="5643563"/>
          <p14:tracePt t="24089" x="6108700" y="5643563"/>
          <p14:tracePt t="24096" x="6157913" y="5643563"/>
          <p14:tracePt t="24104" x="6208713" y="5643563"/>
          <p14:tracePt t="24113" x="6270625" y="5643563"/>
          <p14:tracePt t="24121" x="6334125" y="5643563"/>
          <p14:tracePt t="24129" x="6421438" y="5643563"/>
          <p14:tracePt t="24136" x="6496050" y="5643563"/>
          <p14:tracePt t="24145" x="6621463" y="5643563"/>
          <p14:tracePt t="24153" x="6734175" y="5643563"/>
          <p14:tracePt t="24163" x="6872288" y="5643563"/>
          <p14:tracePt t="24168" x="6985000" y="5643563"/>
          <p14:tracePt t="24179" x="7123113" y="5643563"/>
          <p14:tracePt t="24186" x="7259638" y="5619750"/>
          <p14:tracePt t="24197" x="7385050" y="5607050"/>
          <p14:tracePt t="24202" x="7510463" y="5594350"/>
          <p14:tracePt t="24211" x="7610475" y="5568950"/>
          <p14:tracePt t="24218" x="7697788" y="5556250"/>
          <p14:tracePt t="24227" x="7773988" y="5543550"/>
          <p14:tracePt t="24234" x="7810500" y="5530850"/>
          <p14:tracePt t="24242" x="7835900" y="5518150"/>
          <p14:tracePt t="24284" x="7848600" y="5518150"/>
          <p14:tracePt t="24292" x="7861300" y="5518150"/>
          <p14:tracePt t="24301" x="7861300" y="5507038"/>
          <p14:tracePt t="24309" x="7874000" y="5494338"/>
          <p14:tracePt t="24316" x="7910513" y="5494338"/>
          <p14:tracePt t="24325" x="7923213" y="5494338"/>
          <p14:tracePt t="24332" x="7948613" y="5481638"/>
          <p14:tracePt t="24340" x="7961313" y="5481638"/>
          <p14:tracePt t="24348" x="7974013" y="5468938"/>
          <p14:tracePt t="24364" x="7986713" y="5468938"/>
          <p14:tracePt t="24373" x="7999413" y="5468938"/>
          <p14:tracePt t="24745" x="7999413" y="5456238"/>
          <p14:tracePt t="24762" x="7986713" y="5456238"/>
          <p14:tracePt t="24777" x="7974013" y="5456238"/>
          <p14:tracePt t="24793" x="7948613" y="5443538"/>
          <p14:tracePt t="24801" x="7935913" y="5443538"/>
          <p14:tracePt t="24810" x="7897813" y="5430838"/>
          <p14:tracePt t="24817" x="7886700" y="5430838"/>
          <p14:tracePt t="24826" x="7861300" y="5430838"/>
          <p14:tracePt t="24833" x="7823200" y="5430838"/>
          <p14:tracePt t="24841" x="7797800" y="5418138"/>
          <p14:tracePt t="24848" x="7773988" y="5407025"/>
          <p14:tracePt t="24856" x="7735888" y="5381625"/>
          <p14:tracePt t="24864" x="7685088" y="5330825"/>
          <p14:tracePt t="24872" x="7635875" y="5294313"/>
          <p14:tracePt t="24881" x="7561263" y="5243513"/>
          <p14:tracePt t="24898" x="7410450" y="5143500"/>
          <p14:tracePt t="24904" x="7348538" y="5105400"/>
          <p14:tracePt t="24913" x="7272338" y="5068888"/>
          <p14:tracePt t="24921" x="7223125" y="5068888"/>
          <p14:tracePt t="24929" x="7197725" y="5068888"/>
          <p14:tracePt t="24937" x="7185025" y="5056188"/>
          <p14:tracePt t="24947" x="7172325" y="5056188"/>
          <p14:tracePt t="24954" x="7146925" y="5043488"/>
          <p14:tracePt t="24963" x="7134225" y="5043488"/>
          <p14:tracePt t="24970" x="7123113" y="5043488"/>
          <p14:tracePt t="24979" x="7085013" y="5030788"/>
          <p14:tracePt t="24987" x="7021513" y="5030788"/>
          <p14:tracePt t="24996" x="6959600" y="4992688"/>
          <p14:tracePt t="25003" x="6872288" y="4968875"/>
          <p14:tracePt t="25013" x="6746875" y="4930775"/>
          <p14:tracePt t="25018" x="6608763" y="4918075"/>
          <p14:tracePt t="25030" x="6421438" y="4892675"/>
          <p14:tracePt t="25034" x="6221413" y="4892675"/>
          <p14:tracePt t="25043" x="5945188" y="4892675"/>
          <p14:tracePt t="25050" x="5708650" y="4892675"/>
          <p14:tracePt t="25058" x="5445125" y="4918075"/>
          <p14:tracePt t="25066" x="5170488" y="4930775"/>
          <p14:tracePt t="25075" x="4919663" y="4956175"/>
          <p14:tracePt t="25082" x="4668838" y="4968875"/>
          <p14:tracePt t="25090" x="4406900" y="5005388"/>
          <p14:tracePt t="25098" x="4181475" y="5056188"/>
          <p14:tracePt t="25107" x="4005263" y="5081588"/>
          <p14:tracePt t="25114" x="3905250" y="5105400"/>
          <p14:tracePt t="25122" x="3817938" y="5156200"/>
          <p14:tracePt t="25130" x="3767138" y="5194300"/>
          <p14:tracePt t="25138" x="3717925" y="5218113"/>
          <p14:tracePt t="25147" x="3679825" y="5268913"/>
          <p14:tracePt t="25155" x="3643313" y="5330825"/>
          <p14:tracePt t="25162" x="3617913" y="5381625"/>
          <p14:tracePt t="25170" x="3567113" y="5456238"/>
          <p14:tracePt t="25179" x="3492500" y="5556250"/>
          <p14:tracePt t="25187" x="3429000" y="5630863"/>
          <p14:tracePt t="25197" x="3367088" y="5707063"/>
          <p14:tracePt t="25203" x="3292475" y="5794375"/>
          <p14:tracePt t="25213" x="3205163" y="5907088"/>
          <p14:tracePt t="25218" x="3141663" y="6032500"/>
          <p14:tracePt t="25227" x="3054350" y="6157913"/>
          <p14:tracePt t="25234" x="2992438" y="6257925"/>
          <p14:tracePt t="25243" x="2928938" y="6370638"/>
          <p14:tracePt t="25251" x="2890838" y="6483350"/>
          <p14:tracePt t="25258" x="2879725" y="6570663"/>
          <p14:tracePt t="25266" x="2879725" y="6670675"/>
          <p14:tracePt t="25275" x="2879725" y="6745288"/>
          <p14:tracePt t="25284" x="2879725" y="6783388"/>
          <p14:tracePt t="25293" x="2879725" y="6819900"/>
          <p14:tracePt t="25928" x="0" y="0"/>
        </p14:tracePtLst>
        <p14:tracePtLst>
          <p14:tracePt t="55415" x="3446463" y="6197600"/>
          <p14:tracePt t="56128" x="2578100" y="6696075"/>
          <p14:tracePt t="56136" x="2616200" y="6583363"/>
          <p14:tracePt t="56145" x="2678113" y="6457950"/>
          <p14:tracePt t="56152" x="2716213" y="6357938"/>
          <p14:tracePt t="56161" x="2741613" y="6269038"/>
          <p14:tracePt t="56168" x="2754313" y="6157913"/>
          <p14:tracePt t="56178" x="2767013" y="6069013"/>
          <p14:tracePt t="56186" x="2778125" y="5994400"/>
          <p14:tracePt t="56195" x="2790825" y="5919788"/>
          <p14:tracePt t="56202" x="2803525" y="5843588"/>
          <p14:tracePt t="56212" x="2816225" y="5756275"/>
          <p14:tracePt t="56218" x="2828925" y="5681663"/>
          <p14:tracePt t="56226" x="2841625" y="5568950"/>
          <p14:tracePt t="56234" x="2867025" y="5468938"/>
          <p14:tracePt t="56243" x="2890838" y="5356225"/>
          <p14:tracePt t="56250" x="2903538" y="5243513"/>
          <p14:tracePt t="56258" x="2916238" y="5168900"/>
          <p14:tracePt t="56266" x="2928938" y="5081588"/>
          <p14:tracePt t="56275" x="2941638" y="4992688"/>
          <p14:tracePt t="56282" x="2954338" y="4918075"/>
          <p14:tracePt t="56291" x="2954338" y="4856163"/>
          <p14:tracePt t="56298" x="2954338" y="4830763"/>
          <p14:tracePt t="56306" x="2954338" y="4805363"/>
          <p14:tracePt t="59716" x="3003550" y="4843463"/>
          <p14:tracePt t="59723" x="3167063" y="4981575"/>
          <p14:tracePt t="59732" x="3367088" y="5156200"/>
          <p14:tracePt t="59739" x="3530600" y="5343525"/>
          <p14:tracePt t="59747" x="3730625" y="5543550"/>
          <p14:tracePt t="59755" x="3917950" y="5707063"/>
          <p14:tracePt t="59765" x="4068763" y="5832475"/>
          <p14:tracePt t="59771" x="4181475" y="5907088"/>
          <p14:tracePt t="59781" x="4294188" y="5969000"/>
          <p14:tracePt t="59787" x="4368800" y="6007100"/>
          <p14:tracePt t="59798" x="4406900" y="6007100"/>
          <p14:tracePt t="59803" x="4456113" y="6007100"/>
          <p14:tracePt t="59814" x="4530725" y="6019800"/>
          <p14:tracePt t="59819" x="4606925" y="6019800"/>
          <p14:tracePt t="59831" x="4732338" y="6019800"/>
          <p14:tracePt t="59835" x="4868863" y="5994400"/>
          <p14:tracePt t="59843" x="5019675" y="5969000"/>
          <p14:tracePt t="59853" x="5157788" y="5945188"/>
          <p14:tracePt t="59859" x="5270500" y="5881688"/>
          <p14:tracePt t="59868" x="5383213" y="5843588"/>
          <p14:tracePt t="59877" x="5470525" y="5781675"/>
          <p14:tracePt t="59882" x="5545138" y="5719763"/>
          <p14:tracePt t="59890" x="5619750" y="5656263"/>
          <p14:tracePt t="59898" x="5695950" y="5556250"/>
          <p14:tracePt t="59914" x="5821363" y="5381625"/>
          <p14:tracePt t="59922" x="5895975" y="5243513"/>
          <p14:tracePt t="59931" x="5983288" y="5081588"/>
          <p14:tracePt t="59938" x="6096000" y="4856163"/>
          <p14:tracePt t="59946" x="6234113" y="4592638"/>
          <p14:tracePt t="59954" x="6346825" y="4305300"/>
          <p14:tracePt t="59963" x="6421438" y="4092575"/>
          <p14:tracePt t="59970" x="6483350" y="3941763"/>
          <p14:tracePt t="59979" x="6508750" y="3816350"/>
          <p14:tracePt t="59986" x="6521450" y="3716338"/>
          <p14:tracePt t="59996" x="6521450" y="3616325"/>
          <p14:tracePt t="60002" x="6534150" y="3541713"/>
          <p14:tracePt t="60012" x="6534150" y="3516313"/>
          <p14:tracePt t="60018" x="6534150" y="3490913"/>
          <p14:tracePt t="60026" x="6534150" y="3479800"/>
          <p14:tracePt t="60035" x="6534150" y="3467100"/>
          <p14:tracePt t="60042" x="6521450" y="3441700"/>
          <p14:tracePt t="60050" x="6496050" y="3429000"/>
          <p14:tracePt t="60058" x="6472238" y="3403600"/>
          <p14:tracePt t="60066" x="6408738" y="3378200"/>
          <p14:tracePt t="60076" x="6321425" y="3354388"/>
          <p14:tracePt t="60102" x="5895975" y="3303588"/>
          <p14:tracePt t="60109" x="5683250" y="3303588"/>
          <p14:tracePt t="60116" x="5432425" y="3303588"/>
          <p14:tracePt t="60124" x="5132388" y="3390900"/>
          <p14:tracePt t="60132" x="4932363" y="3429000"/>
          <p14:tracePt t="60141" x="4794250" y="3490913"/>
          <p14:tracePt t="60148" x="4694238" y="3554413"/>
          <p14:tracePt t="60156" x="4606925" y="3629025"/>
          <p14:tracePt t="60164" x="4581525" y="3692525"/>
          <p14:tracePt t="60172" x="4556125" y="3729038"/>
          <p14:tracePt t="60180" x="4556125" y="3741738"/>
          <p14:tracePt t="60188" x="4556125" y="3754438"/>
          <p14:tracePt t="60242" x="4556125" y="3729038"/>
          <p14:tracePt t="60249" x="4556125" y="3716338"/>
          <p14:tracePt t="60265" x="4556125" y="3703638"/>
          <p14:tracePt t="60273" x="4581525" y="3703638"/>
          <p14:tracePt t="60281" x="4606925" y="3679825"/>
          <p14:tracePt t="60289" x="4630738" y="3667125"/>
          <p14:tracePt t="60297" x="4643438" y="3654425"/>
          <p14:tracePt t="60403" x="4643438" y="3641725"/>
          <p14:tracePt t="61029" x="4656138" y="3703638"/>
          <p14:tracePt t="61037" x="4706938" y="3754438"/>
          <p14:tracePt t="61047" x="4806950" y="3803650"/>
          <p14:tracePt t="61057" x="4932363" y="3841750"/>
          <p14:tracePt t="61066" x="5032375" y="3879850"/>
          <p14:tracePt t="61070" x="5094288" y="3916363"/>
          <p14:tracePt t="61077" x="5119688" y="3941763"/>
          <p14:tracePt t="61086" x="5157788" y="3954463"/>
          <p14:tracePt t="61095" x="5194300" y="3967163"/>
          <p14:tracePt t="61102" x="5257800" y="3979863"/>
          <p14:tracePt t="61112" x="5357813" y="3992563"/>
          <p14:tracePt t="61119" x="5483225" y="4017963"/>
          <p14:tracePt t="61126" x="5619750" y="4054475"/>
          <p14:tracePt t="61134" x="5732463" y="4067175"/>
          <p14:tracePt t="61143" x="5870575" y="4092575"/>
          <p14:tracePt t="61150" x="5995988" y="4105275"/>
          <p14:tracePt t="61158" x="6096000" y="4117975"/>
          <p14:tracePt t="61166" x="6196013" y="4129088"/>
          <p14:tracePt t="61174" x="6296025" y="4129088"/>
          <p14:tracePt t="61182" x="6383338" y="4129088"/>
          <p14:tracePt t="61190" x="6459538" y="4129088"/>
          <p14:tracePt t="61198" x="6546850" y="4129088"/>
          <p14:tracePt t="61206" x="6621463" y="4141788"/>
          <p14:tracePt t="61214" x="6672263" y="4141788"/>
          <p14:tracePt t="61222" x="6708775" y="4154488"/>
          <p14:tracePt t="61230" x="6734175" y="4154488"/>
          <p14:tracePt t="61239" x="6759575" y="4167188"/>
          <p14:tracePt t="61247" x="6784975" y="4167188"/>
          <p14:tracePt t="61255" x="6784975" y="4179888"/>
          <p14:tracePt t="61263" x="6797675" y="4179888"/>
          <p14:tracePt t="61305" x="6808788" y="4179888"/>
          <p14:tracePt t="61321" x="6821488" y="4179888"/>
          <p14:tracePt t="61329" x="6834188" y="4179888"/>
          <p14:tracePt t="61345" x="6846888" y="4192588"/>
          <p14:tracePt t="61369" x="6859588" y="4192588"/>
          <p14:tracePt t="61384" x="6859588" y="4205288"/>
          <p14:tracePt t="61393" x="6884988" y="4217988"/>
          <p14:tracePt t="61409" x="6910388" y="4230688"/>
          <p14:tracePt t="61427" x="6921500" y="4254500"/>
          <p14:tracePt t="61433" x="6959600" y="4292600"/>
          <p14:tracePt t="61442" x="6985000" y="4305300"/>
          <p14:tracePt t="61449" x="7010400" y="4330700"/>
          <p14:tracePt t="61457" x="7034213" y="4341813"/>
          <p14:tracePt t="61465" x="7059613" y="4367213"/>
          <p14:tracePt t="61473" x="7072313" y="4367213"/>
          <p14:tracePt t="61481" x="7097713" y="4379913"/>
          <p14:tracePt t="61489" x="7110413" y="4392613"/>
          <p14:tracePt t="61497" x="7123113" y="4392613"/>
          <p14:tracePt t="61505" x="7134225" y="4405313"/>
          <p14:tracePt t="61537" x="7134225" y="4418013"/>
          <p14:tracePt t="61545" x="7146925" y="4430713"/>
          <p14:tracePt t="61552" x="7159625" y="4430713"/>
          <p14:tracePt t="61569" x="7172325" y="4443413"/>
          <p14:tracePt t="61637" x="7185025" y="4443413"/>
          <p14:tracePt t="61682" x="7197725" y="4443413"/>
          <p14:tracePt t="62138" x="7197725" y="4454525"/>
          <p14:tracePt t="77008" x="7210425" y="4818063"/>
          <p14:tracePt t="77015" x="7246938" y="5105400"/>
          <p14:tracePt t="77031" x="7285038" y="5356225"/>
          <p14:tracePt t="77039" x="7310438" y="5456238"/>
          <p14:tracePt t="77046" x="7359650" y="5568950"/>
          <p14:tracePt t="77054" x="7385050" y="5668963"/>
          <p14:tracePt t="77063" x="7423150" y="5768975"/>
          <p14:tracePt t="77071" x="7448550" y="5881688"/>
          <p14:tracePt t="77080" x="7472363" y="5969000"/>
          <p14:tracePt t="77086" x="7497763" y="6032500"/>
          <p14:tracePt t="77097" x="7535863" y="6132513"/>
          <p14:tracePt t="77105" x="7561263" y="6194425"/>
          <p14:tracePt t="77113" x="7585075" y="6269038"/>
          <p14:tracePt t="77120" x="7610475" y="6332538"/>
          <p14:tracePt t="77131" x="7648575" y="6357938"/>
          <p14:tracePt t="77137" x="7661275" y="6381750"/>
          <p14:tracePt t="77147" x="7673975" y="6394450"/>
          <p14:tracePt t="77194" x="7685088" y="6394450"/>
          <p14:tracePt t="77211" x="7697788" y="6394450"/>
          <p14:tracePt t="77234" x="7710488" y="6394450"/>
          <p14:tracePt t="77243" x="7723188" y="6394450"/>
          <p14:tracePt t="77258" x="7735888" y="6394450"/>
          <p14:tracePt t="77274" x="7748588" y="6394450"/>
          <p14:tracePt t="77282" x="7748588" y="6381750"/>
          <p14:tracePt t="77298" x="7761288" y="6370638"/>
          <p14:tracePt t="77307" x="7785100" y="6345238"/>
          <p14:tracePt t="77314" x="7810500" y="6332538"/>
          <p14:tracePt t="77322" x="7835900" y="6319838"/>
          <p14:tracePt t="77331" x="7835900" y="6294438"/>
          <p14:tracePt t="77338" x="7848600" y="6281738"/>
          <p14:tracePt t="77346" x="7861300" y="6257925"/>
          <p14:tracePt t="77355" x="7886700" y="6219825"/>
          <p14:tracePt t="77363" x="7910513" y="6194425"/>
          <p14:tracePt t="77370" x="7935913" y="6169025"/>
          <p14:tracePt t="77379" x="7948613" y="6145213"/>
          <p14:tracePt t="77387" x="7974013" y="6132513"/>
          <p14:tracePt t="78207" x="7961313" y="6132513"/>
          <p14:tracePt t="78214" x="7923213" y="6132513"/>
          <p14:tracePt t="78222" x="7835900" y="6157913"/>
          <p14:tracePt t="78230" x="7697788" y="6194425"/>
          <p14:tracePt t="78238" x="7535863" y="6207125"/>
          <p14:tracePt t="78247" x="7335838" y="6207125"/>
          <p14:tracePt t="78255" x="7085013" y="6219825"/>
          <p14:tracePt t="78262" x="6772275" y="6232525"/>
          <p14:tracePt t="78270" x="6483350" y="6257925"/>
          <p14:tracePt t="78278" x="6234113" y="6269038"/>
          <p14:tracePt t="78287" x="5995988" y="6269038"/>
          <p14:tracePt t="78295" x="5821363" y="6269038"/>
          <p14:tracePt t="78303" x="5645150" y="6269038"/>
          <p14:tracePt t="78312" x="5532438" y="6269038"/>
          <p14:tracePt t="78318" x="5507038" y="6269038"/>
          <p14:tracePt t="78326" x="5495925" y="6269038"/>
          <p14:tracePt t="78351" x="5495925" y="6257925"/>
          <p14:tracePt t="78395" x="5495925" y="6245225"/>
          <p14:tracePt t="78663" x="5470525" y="6245225"/>
          <p14:tracePt t="78671" x="5445125" y="6232525"/>
          <p14:tracePt t="78679" x="5419725" y="6232525"/>
          <p14:tracePt t="78687" x="5407025" y="6232525"/>
          <p14:tracePt t="78698" x="5383213" y="6232525"/>
          <p14:tracePt t="78703" x="5357813" y="6232525"/>
          <p14:tracePt t="78715" x="5319713" y="6232525"/>
          <p14:tracePt t="78719" x="5281613" y="6232525"/>
          <p14:tracePt t="78728" x="5270500" y="6232525"/>
          <p14:tracePt t="78735" x="5232400" y="6232525"/>
          <p14:tracePt t="78743" x="5194300" y="6232525"/>
          <p14:tracePt t="78751" x="5119688" y="6232525"/>
          <p14:tracePt t="78759" x="4981575" y="6232525"/>
          <p14:tracePt t="78768" x="4732338" y="6245225"/>
          <p14:tracePt t="78776" x="4318000" y="6245225"/>
          <p14:tracePt t="78784" x="3817938" y="6245225"/>
          <p14:tracePt t="78791" x="3128963" y="6245225"/>
          <p14:tracePt t="78800" x="2416175" y="6269038"/>
          <p14:tracePt t="78808" x="1677988" y="6269038"/>
          <p14:tracePt t="78817" x="901700" y="6269038"/>
          <p14:tracePt t="78825" x="150813" y="6269038"/>
          <p14:tracePt t="78994" x="463550" y="4856163"/>
          <p14:tracePt t="79002" x="663575" y="4792663"/>
          <p14:tracePt t="79009" x="863600" y="4743450"/>
          <p14:tracePt t="79018" x="1038225" y="4692650"/>
          <p14:tracePt t="79024" x="1201738" y="4656138"/>
          <p14:tracePt t="79032" x="1414463" y="4605338"/>
          <p14:tracePt t="79041" x="1689100" y="4543425"/>
          <p14:tracePt t="79048" x="1927225" y="4492625"/>
          <p14:tracePt t="79057" x="2116138" y="4454525"/>
          <p14:tracePt t="79065" x="2278063" y="4418013"/>
          <p14:tracePt t="79072" x="2452688" y="4392613"/>
          <p14:tracePt t="79080" x="2590800" y="4354513"/>
          <p14:tracePt t="79088" x="2703513" y="4341813"/>
          <p14:tracePt t="79096" x="2803525" y="4318000"/>
          <p14:tracePt t="79104" x="2879725" y="4305300"/>
          <p14:tracePt t="79113" x="2941638" y="4292600"/>
          <p14:tracePt t="79120" x="2992438" y="4279900"/>
          <p14:tracePt t="79129" x="3041650" y="4279900"/>
          <p14:tracePt t="79137" x="3079750" y="4267200"/>
          <p14:tracePt t="79146" x="3128963" y="4254500"/>
          <p14:tracePt t="79152" x="3192463" y="4241800"/>
          <p14:tracePt t="79163" x="3267075" y="4217988"/>
          <p14:tracePt t="79168" x="3367088" y="4192588"/>
          <p14:tracePt t="79176" x="3479800" y="4179888"/>
          <p14:tracePt t="79184" x="3630613" y="4154488"/>
          <p14:tracePt t="79196" x="3792538" y="4129088"/>
          <p14:tracePt t="79202" x="3917950" y="4105275"/>
          <p14:tracePt t="79213" x="4092575" y="4067175"/>
          <p14:tracePt t="79219" x="4256088" y="4041775"/>
          <p14:tracePt t="79227" x="4430713" y="4017963"/>
          <p14:tracePt t="79234" x="4643438" y="3992563"/>
          <p14:tracePt t="79242" x="4856163" y="3967163"/>
          <p14:tracePt t="79250" x="5081588" y="3941763"/>
          <p14:tracePt t="79258" x="5245100" y="3905250"/>
          <p14:tracePt t="79266" x="5407025" y="3892550"/>
          <p14:tracePt t="79274" x="5583238" y="3867150"/>
          <p14:tracePt t="79282" x="5732463" y="3841750"/>
          <p14:tracePt t="79290" x="5870575" y="3816350"/>
          <p14:tracePt t="79298" x="6021388" y="3792538"/>
          <p14:tracePt t="79306" x="6183313" y="3767138"/>
          <p14:tracePt t="79314" x="6346825" y="3767138"/>
          <p14:tracePt t="79322" x="6521450" y="3767138"/>
          <p14:tracePt t="79331" x="6721475" y="3767138"/>
          <p14:tracePt t="79338" x="6897688" y="3767138"/>
          <p14:tracePt t="79346" x="7085013" y="3754438"/>
          <p14:tracePt t="79355" x="7246938" y="3741738"/>
          <p14:tracePt t="79362" x="7397750" y="3741738"/>
          <p14:tracePt t="79370" x="7523163" y="3741738"/>
          <p14:tracePt t="79379" x="7597775" y="3741738"/>
          <p14:tracePt t="79386" x="7685088" y="3741738"/>
          <p14:tracePt t="79396" x="7735888" y="3741738"/>
          <p14:tracePt t="79402" x="7810500" y="3741738"/>
          <p14:tracePt t="79413" x="7848600" y="3741738"/>
          <p14:tracePt t="79418" x="7874000" y="3741738"/>
          <p14:tracePt t="79435" x="7886700" y="3741738"/>
          <p14:tracePt t="79771" x="7874000" y="3741738"/>
          <p14:tracePt t="79780" x="7810500" y="3741738"/>
          <p14:tracePt t="79787" x="7710488" y="3729038"/>
          <p14:tracePt t="79798" x="7572375" y="3692525"/>
          <p14:tracePt t="79805" x="7397750" y="3667125"/>
          <p14:tracePt t="79814" x="7185025" y="3641725"/>
          <p14:tracePt t="79821" x="6897688" y="3603625"/>
          <p14:tracePt t="79830" x="6534150" y="3541713"/>
          <p14:tracePt t="79837" x="6108700" y="3479800"/>
          <p14:tracePt t="79849" x="5645150" y="3390900"/>
          <p14:tracePt t="79853" x="5181600" y="3278188"/>
          <p14:tracePt t="79866" x="4768850" y="3165475"/>
          <p14:tracePt t="79869" x="4305300" y="3065463"/>
          <p14:tracePt t="79877" x="3830638" y="2952750"/>
          <p14:tracePt t="79885" x="3317875" y="2790825"/>
          <p14:tracePt t="79894" x="2803525" y="2627313"/>
          <p14:tracePt t="79919" x="1352550" y="2190750"/>
          <p14:tracePt t="79925" x="976313" y="2089150"/>
          <p14:tracePt t="79934" x="676275" y="2014538"/>
          <p14:tracePt t="79942" x="400050" y="1952625"/>
          <p14:tracePt t="79949" x="200025" y="1914525"/>
          <p14:tracePt t="79957" x="25400" y="1852613"/>
          <p14:tracePt t="81770" x="750888" y="550863"/>
          <p14:tracePt t="81778" x="1038225" y="938213"/>
          <p14:tracePt t="81788" x="1276350" y="1276350"/>
          <p14:tracePt t="81796" x="1476375" y="1576388"/>
          <p14:tracePt t="81804" x="1614488" y="1789113"/>
          <p14:tracePt t="81813" x="1701800" y="1927225"/>
          <p14:tracePt t="81820" x="1765300" y="2052638"/>
          <p14:tracePt t="81828" x="1852613" y="2152650"/>
          <p14:tracePt t="81836" x="1903413" y="2265363"/>
          <p14:tracePt t="81844" x="1965325" y="2352675"/>
          <p14:tracePt t="81852" x="2039938" y="2452688"/>
          <p14:tracePt t="81860" x="2090738" y="2527300"/>
          <p14:tracePt t="81868" x="2116138" y="2578100"/>
          <p14:tracePt t="81876" x="2152650" y="2640013"/>
          <p14:tracePt t="81885" x="2190750" y="2665413"/>
          <p14:tracePt t="81892" x="2190750" y="2690813"/>
          <p14:tracePt t="81901" x="2216150" y="2716213"/>
          <p14:tracePt t="81908" x="2228850" y="2728913"/>
          <p14:tracePt t="81916" x="2239963" y="2752725"/>
          <p14:tracePt t="81924" x="2239963" y="2765425"/>
          <p14:tracePt t="81933" x="2239963" y="2778125"/>
          <p14:tracePt t="81940" x="2239963" y="2816225"/>
          <p14:tracePt t="81950" x="2239963" y="2865438"/>
          <p14:tracePt t="81956" x="2239963" y="2941638"/>
          <p14:tracePt t="81967" x="2239963" y="3016250"/>
          <p14:tracePt t="81972" x="2239963" y="3103563"/>
          <p14:tracePt t="81981" x="2239963" y="3190875"/>
          <p14:tracePt t="81988" x="2239963" y="3278188"/>
          <p14:tracePt t="81996" x="2239963" y="3378200"/>
          <p14:tracePt t="82004" x="2239963" y="3490913"/>
          <p14:tracePt t="82012" x="2239963" y="3616325"/>
          <p14:tracePt t="82020" x="2239963" y="3803650"/>
          <p14:tracePt t="82028" x="2239963" y="4005263"/>
          <p14:tracePt t="82036" x="2216150" y="4267200"/>
          <p14:tracePt t="82044" x="2165350" y="4530725"/>
          <p14:tracePt t="82052" x="2103438" y="4730750"/>
          <p14:tracePt t="82061" x="2052638" y="4930775"/>
          <p14:tracePt t="82068" x="1990725" y="5181600"/>
          <p14:tracePt t="82076" x="1903413" y="5481638"/>
          <p14:tracePt t="82085" x="1852613" y="5768975"/>
          <p14:tracePt t="82093" x="1801813" y="6069013"/>
          <p14:tracePt t="82100" x="1727200" y="6307138"/>
          <p14:tracePt t="82109" x="1627188" y="6507163"/>
          <p14:tracePt t="82116" x="1565275" y="6657975"/>
          <p14:tracePt t="82124" x="1501775" y="6807200"/>
          <p14:tracePt t="84905" x="1865313" y="6745288"/>
          <p14:tracePt t="84913" x="1927225" y="6670675"/>
          <p14:tracePt t="84921" x="1978025" y="6583363"/>
          <p14:tracePt t="84929" x="2014538" y="6519863"/>
          <p14:tracePt t="84938" x="2039938" y="6445250"/>
          <p14:tracePt t="84945" x="2052638" y="6370638"/>
          <p14:tracePt t="84953" x="2078038" y="6281738"/>
          <p14:tracePt t="84962" x="2090738" y="6194425"/>
          <p14:tracePt t="84970" x="2116138" y="6081713"/>
          <p14:tracePt t="84977" x="2139950" y="5932488"/>
          <p14:tracePt t="84984" x="2165350" y="5794375"/>
          <p14:tracePt t="84992" x="2203450" y="5619750"/>
          <p14:tracePt t="85000" x="2239963" y="5456238"/>
          <p14:tracePt t="85008" x="2303463" y="5281613"/>
          <p14:tracePt t="85016" x="2365375" y="5130800"/>
          <p14:tracePt t="85024" x="2428875" y="5005388"/>
          <p14:tracePt t="85033" x="2465388" y="4879975"/>
          <p14:tracePt t="85040" x="2490788" y="4792663"/>
          <p14:tracePt t="85049" x="2503488" y="4743450"/>
          <p14:tracePt t="85056" x="2503488" y="4730750"/>
          <p14:tracePt t="85082" x="2503488" y="4718050"/>
          <p14:tracePt t="85090" x="2503488" y="4692650"/>
          <p14:tracePt t="85106" x="2503488" y="4667250"/>
          <p14:tracePt t="85115" x="2490788" y="4630738"/>
          <p14:tracePt t="85122" x="2478088" y="4592638"/>
          <p14:tracePt t="85130" x="2478088" y="4543425"/>
          <p14:tracePt t="85138" x="2452688" y="4505325"/>
          <p14:tracePt t="85147" x="2428875" y="4479925"/>
          <p14:tracePt t="85154" x="2416175" y="4454525"/>
          <p14:tracePt t="85162" x="2403475" y="4443413"/>
          <p14:tracePt t="85170" x="2390775" y="4430713"/>
          <p14:tracePt t="85178" x="2378075" y="4392613"/>
          <p14:tracePt t="85186" x="2365375" y="4392613"/>
          <p14:tracePt t="85194" x="2352675" y="4379913"/>
          <p14:tracePt t="86214" x="2378075" y="4405313"/>
          <p14:tracePt t="86222" x="2416175" y="4492625"/>
          <p14:tracePt t="86230" x="2490788" y="4579938"/>
          <p14:tracePt t="86238" x="2565400" y="4679950"/>
          <p14:tracePt t="86244" x="2654300" y="4779963"/>
          <p14:tracePt t="86253" x="2728913" y="4879975"/>
          <p14:tracePt t="86261" x="2803525" y="4968875"/>
          <p14:tracePt t="86268" x="2879725" y="5056188"/>
          <p14:tracePt t="86276" x="2954338" y="5156200"/>
          <p14:tracePt t="86284" x="3003550" y="5230813"/>
          <p14:tracePt t="86293" x="3054350" y="5305425"/>
          <p14:tracePt t="86300" x="3092450" y="5368925"/>
          <p14:tracePt t="86308" x="3116263" y="5418138"/>
          <p14:tracePt t="86317" x="3116263" y="5430838"/>
          <p14:tracePt t="86341" x="3128963" y="5430838"/>
          <p14:tracePt t="86491" x="3103563" y="5443538"/>
          <p14:tracePt t="86499" x="3092450" y="5456238"/>
          <p14:tracePt t="86507" x="3054350" y="5456238"/>
          <p14:tracePt t="86515" x="3003550" y="5456238"/>
          <p14:tracePt t="86524" x="2916238" y="5443538"/>
          <p14:tracePt t="86533" x="2803525" y="5381625"/>
          <p14:tracePt t="86540" x="2667000" y="5305425"/>
          <p14:tracePt t="86550" x="2478088" y="5181600"/>
          <p14:tracePt t="86557" x="2190750" y="4905375"/>
          <p14:tracePt t="86566" x="1890713" y="4579938"/>
          <p14:tracePt t="86572" x="1552575" y="4141788"/>
          <p14:tracePt t="86580" x="1176338" y="3503613"/>
          <p14:tracePt t="86588" x="763588" y="2852738"/>
          <p14:tracePt t="86596" x="363538" y="2089150"/>
          <p14:tracePt t="87366" x="1978025" y="312738"/>
          <p14:tracePt t="87366" x="2565400" y="538163"/>
          <p14:tracePt t="87366" x="3116263" y="725488"/>
          <p14:tracePt t="87366" x="3630613" y="889000"/>
          <p14:tracePt t="87366" x="4205288" y="1114425"/>
          <p14:tracePt t="87366" x="4756150" y="1301750"/>
          <p14:tracePt t="87366" x="5370513" y="1527175"/>
          <p14:tracePt t="87366" x="5921375" y="1714500"/>
          <p14:tracePt t="87366" x="6408738" y="1901825"/>
          <p14:tracePt t="87366" x="6834188" y="2101850"/>
          <p14:tracePt t="87366" x="7159625" y="2265363"/>
          <p14:tracePt t="87366" x="7423150" y="2414588"/>
          <p14:tracePt t="87366" x="7661275" y="2540000"/>
          <p14:tracePt t="87366" x="7835900" y="2603500"/>
          <p14:tracePt t="87366" x="7986713" y="2652713"/>
          <p14:tracePt t="87366" x="8135938" y="2703513"/>
          <p14:tracePt t="87366" x="8261350" y="2752725"/>
          <p14:tracePt t="87366" x="8348663" y="2778125"/>
          <p14:tracePt t="87366" x="8424863" y="2790825"/>
          <p14:tracePt t="87366" x="8448675" y="2790825"/>
          <p14:tracePt t="87366" x="8448675" y="2803525"/>
          <p14:tracePt t="87366" x="8461375" y="2803525"/>
          <p14:tracePt t="87366" x="8461375" y="2816225"/>
          <p14:tracePt t="87366" x="8461375" y="2828925"/>
          <p14:tracePt t="87366" x="8474075" y="2840038"/>
          <p14:tracePt t="87366" x="8474075" y="2852738"/>
          <p14:tracePt t="87366" x="8486775" y="2865438"/>
          <p14:tracePt t="87366" x="8486775" y="2878138"/>
          <p14:tracePt t="87366" x="8512175" y="2890838"/>
          <p14:tracePt t="87366" x="8512175" y="2903538"/>
          <p14:tracePt t="87366" x="8524875" y="2928938"/>
          <p14:tracePt t="87366" x="8548688" y="2952750"/>
          <p14:tracePt t="87366" x="8561388" y="2978150"/>
          <p14:tracePt t="87366" x="8586788" y="2990850"/>
          <p14:tracePt t="87366" x="8612188" y="3028950"/>
          <p14:tracePt t="87366" x="8674100" y="3065463"/>
          <p14:tracePt t="87366" x="8724900" y="3103563"/>
          <p14:tracePt t="87366" x="8786813" y="3141663"/>
          <p14:tracePt t="87366" x="8863013" y="3178175"/>
          <p14:tracePt t="87366" x="8912225" y="3203575"/>
          <p14:tracePt t="87366" x="8986838" y="3241675"/>
          <p14:tracePt t="87366" x="9075738" y="3267075"/>
          <p14:tracePt t="87366" x="9199563" y="3290888"/>
          <p14:tracePt t="87366" x="9324975" y="3316288"/>
          <p14:tracePt t="87366" x="9475788" y="3328988"/>
          <p14:tracePt t="87366" x="9601200" y="3354388"/>
          <p14:tracePt t="87366" x="9750425" y="3367088"/>
          <p14:tracePt t="87366" x="9901238" y="3378200"/>
          <p14:tracePt t="87366" x="10039350" y="3390900"/>
          <p14:tracePt t="87366" x="10188575" y="3390900"/>
          <p14:tracePt t="87366" x="10339388" y="3390900"/>
          <p14:tracePt t="87366" x="10477500" y="3416300"/>
          <p14:tracePt t="87366" x="10626725" y="3416300"/>
          <p14:tracePt t="87366" x="10739438" y="3416300"/>
          <p14:tracePt t="87366" x="10852150" y="3429000"/>
          <p14:tracePt t="87366" x="10990263" y="3429000"/>
          <p14:tracePt t="87366" x="11128375" y="3429000"/>
          <p14:tracePt t="87366" x="11277600" y="3429000"/>
          <p14:tracePt t="87366" x="11403013" y="3429000"/>
          <p14:tracePt t="87366" x="11541125" y="3429000"/>
          <p14:tracePt t="87366" x="11691938" y="3429000"/>
          <p14:tracePt t="87366" x="11815763" y="3429000"/>
          <p14:tracePt t="87366" x="11953875" y="3429000"/>
          <p14:tracePt t="87366" x="12066588" y="3429000"/>
          <p14:tracePt t="87366" x="12179300" y="3429000"/>
          <p14:tracePt t="87366" x="11966575" y="350838"/>
          <p14:tracePt t="87366" x="11804650" y="212725"/>
          <p14:tracePt t="87366" x="11691938" y="138113"/>
          <p14:tracePt t="87366" x="11579225" y="87313"/>
          <p14:tracePt t="87366" x="11490325" y="38100"/>
          <p14:tracePt t="87366" x="11415713" y="0"/>
          <p14:tracePt t="87366" x="9839325" y="112713"/>
          <p14:tracePt t="87366" x="9463088" y="238125"/>
          <p14:tracePt t="87366" x="9088438" y="338138"/>
          <p14:tracePt t="87366" x="8686800" y="450850"/>
          <p14:tracePt t="87366" x="7974013" y="638175"/>
          <p14:tracePt t="87366" x="7635875" y="712788"/>
          <p14:tracePt t="87366" x="7297738" y="812800"/>
          <p14:tracePt t="87366" x="6997700" y="889000"/>
          <p14:tracePt t="87366" x="6696075" y="938213"/>
          <p14:tracePt t="87366" x="6421438" y="1014413"/>
          <p14:tracePt t="87366" x="6196013" y="1063625"/>
          <p14:tracePt t="87366" x="5995988" y="1114425"/>
          <p14:tracePt t="87366" x="5821363" y="1150938"/>
          <p14:tracePt t="87366" x="5657850" y="1176338"/>
          <p14:tracePt t="87366" x="5507038" y="1227138"/>
          <p14:tracePt t="87366" x="5370513" y="1250950"/>
          <p14:tracePt t="87366" x="5270500" y="1263650"/>
          <p14:tracePt t="87366" x="5181600" y="1276350"/>
          <p14:tracePt t="87366" x="5157788" y="1289050"/>
          <p14:tracePt t="87366" x="5119688" y="1301750"/>
          <p14:tracePt t="87366" x="5094288" y="1301750"/>
          <p14:tracePt t="87366" x="5068888" y="1314450"/>
          <p14:tracePt t="87366" x="5057775" y="1327150"/>
          <p14:tracePt t="87366" x="5045075" y="1327150"/>
          <p14:tracePt t="87366" x="5032375" y="1327150"/>
          <p14:tracePt t="87366" x="5019675" y="1327150"/>
          <p14:tracePt t="87366" x="5032375" y="1327150"/>
          <p14:tracePt t="87366" x="5057775" y="1350963"/>
          <p14:tracePt t="87366" x="5081588" y="1363663"/>
          <p14:tracePt t="87366" x="5119688" y="1401763"/>
          <p14:tracePt t="87366" x="5132388" y="1414463"/>
          <p14:tracePt t="87366" x="5145088" y="1427163"/>
          <p14:tracePt t="87366" x="5157788" y="1463675"/>
          <p14:tracePt t="87366" x="5181600" y="1476375"/>
          <p14:tracePt t="87366" x="5194300" y="1501775"/>
          <p14:tracePt t="87366" x="5219700" y="1527175"/>
          <p14:tracePt t="87366" x="5219700" y="1552575"/>
          <p14:tracePt t="87366" x="5245100" y="1576388"/>
          <p14:tracePt t="87366" x="5257800" y="1614488"/>
          <p14:tracePt t="87366" x="5307013" y="1689100"/>
          <p14:tracePt t="87366" x="5345113" y="1765300"/>
          <p14:tracePt t="87366" x="5394325" y="1852613"/>
          <p14:tracePt t="87366" x="5457825" y="1978025"/>
          <p14:tracePt t="87366" x="5507038" y="2114550"/>
          <p14:tracePt t="87366" x="5545138" y="2265363"/>
          <p14:tracePt t="87366" x="5583238" y="2427288"/>
          <p14:tracePt t="87366" x="5607050" y="2552700"/>
          <p14:tracePt t="87366" x="5632450" y="2716213"/>
          <p14:tracePt t="87366" x="5657850" y="2840038"/>
          <p14:tracePt t="87366" x="5670550" y="2965450"/>
          <p14:tracePt t="87366" x="5670550" y="3090863"/>
          <p14:tracePt t="87366" x="5670550" y="3241675"/>
          <p14:tracePt t="87366" x="5670550" y="3378200"/>
          <p14:tracePt t="87366" x="5670550" y="3479800"/>
          <p14:tracePt t="87366" x="5670550" y="3567113"/>
          <p14:tracePt t="87366" x="5670550" y="3641725"/>
          <p14:tracePt t="87366" x="5670550" y="3716338"/>
          <p14:tracePt t="87366" x="5670550" y="3754438"/>
          <p14:tracePt t="87366" x="5657850" y="3792538"/>
          <p14:tracePt t="87366" x="5645150" y="3816350"/>
          <p14:tracePt t="87366" x="5645150" y="3803650"/>
          <p14:tracePt t="87366" x="5645150" y="3792538"/>
          <p14:tracePt t="87366" x="5645150" y="3779838"/>
          <p14:tracePt t="87366" x="5645150" y="3767138"/>
          <p14:tracePt t="87366" x="5632450" y="3767138"/>
          <p14:tracePt t="87366" x="5619750" y="3767138"/>
          <p14:tracePt t="87366" x="5632450" y="3767138"/>
          <p14:tracePt t="87366" x="5632450" y="3779838"/>
          <p14:tracePt t="87366" x="5632450" y="3792538"/>
          <p14:tracePt t="87366" x="5632450" y="3803650"/>
          <p14:tracePt t="87366" x="5619750" y="3816350"/>
          <p14:tracePt t="87366" x="5607050" y="3841750"/>
          <p14:tracePt t="87366" x="5595938" y="3867150"/>
          <p14:tracePt t="87366" x="5583238" y="3892550"/>
          <p14:tracePt t="87366" x="5583238" y="3905250"/>
          <p14:tracePt t="87366" x="5583238" y="3929063"/>
          <p14:tracePt t="87366" x="5583238" y="3941763"/>
          <p14:tracePt t="87366" x="5570538" y="3954463"/>
          <p14:tracePt t="87366" x="5570538" y="3967163"/>
          <p14:tracePt t="87366" x="5570538" y="3992563"/>
          <p14:tracePt t="87366" x="5557838" y="4005263"/>
          <p14:tracePt t="87366" x="5557838" y="4017963"/>
          <p14:tracePt t="87366" x="5557838" y="4041775"/>
          <p14:tracePt t="87366" x="5557838" y="4067175"/>
          <p14:tracePt t="87366" x="5545138" y="4079875"/>
          <p14:tracePt t="87366" x="5545138" y="4105275"/>
          <p14:tracePt t="87366" x="5545138" y="4129088"/>
          <p14:tracePt t="87366" x="5545138" y="4154488"/>
          <p14:tracePt t="87366" x="5545138" y="4167188"/>
          <p14:tracePt t="87366" x="5545138" y="4179888"/>
          <p14:tracePt t="87366" x="5545138" y="4217988"/>
          <p14:tracePt t="87366" x="5545138" y="4230688"/>
          <p14:tracePt t="87366" x="5545138" y="4254500"/>
          <p14:tracePt t="87366" x="5545138" y="4267200"/>
          <p14:tracePt t="87366" x="5545138" y="4292600"/>
          <p14:tracePt t="87366" x="5545138" y="4305300"/>
          <p14:tracePt t="87366" x="5545138" y="4318000"/>
          <p14:tracePt t="87366" x="5545138" y="4330700"/>
          <p14:tracePt t="87366" x="5545138" y="4341813"/>
          <p14:tracePt t="87366" x="5545138" y="4354513"/>
          <p14:tracePt t="87366" x="5545138" y="4367213"/>
          <p14:tracePt t="87366" x="5545138" y="4379913"/>
          <p14:tracePt t="87366" x="5557838" y="4405313"/>
          <p14:tracePt t="87366" x="5557838" y="4430713"/>
          <p14:tracePt t="87366" x="5570538" y="4454525"/>
          <p14:tracePt t="87366" x="5570538" y="4467225"/>
          <p14:tracePt t="87366" x="5583238" y="4492625"/>
          <p14:tracePt t="87366" x="5583238" y="4530725"/>
          <p14:tracePt t="87366" x="5595938" y="4543425"/>
          <p14:tracePt t="87366" x="5595938" y="4554538"/>
          <p14:tracePt t="87366" x="5607050" y="4592638"/>
          <p14:tracePt t="87366" x="5607050" y="4618038"/>
          <p14:tracePt t="87366" x="5619750" y="4630738"/>
          <p14:tracePt t="87366" x="5619750" y="4643438"/>
          <p14:tracePt t="87366" x="5632450" y="4667250"/>
          <p14:tracePt t="87366" x="5632450" y="4679950"/>
          <p14:tracePt t="87366" x="5632450" y="4692650"/>
          <p14:tracePt t="87366" x="5632450" y="4705350"/>
          <p14:tracePt t="87366" x="5632450" y="4718050"/>
          <p14:tracePt t="87366" x="5632450" y="4730750"/>
          <p14:tracePt t="87366" x="5632450" y="4718050"/>
          <p14:tracePt t="87366" x="5632450" y="4705350"/>
          <p14:tracePt t="87366" x="5619750" y="4679950"/>
          <p14:tracePt t="87366" x="5607050" y="4667250"/>
          <p14:tracePt t="87366" x="5595938" y="4656138"/>
          <p14:tracePt t="87366" x="5583238" y="4656138"/>
          <p14:tracePt t="87366" x="5545138" y="4618038"/>
          <p14:tracePt t="87366" x="5470525" y="4554538"/>
          <p14:tracePt t="87366" x="5357813" y="4479925"/>
          <p14:tracePt t="87366" x="5219700" y="4379913"/>
          <p14:tracePt t="87366" x="5094288" y="4267200"/>
          <p14:tracePt t="87366" x="4956175" y="4154488"/>
          <p14:tracePt t="87366" x="4781550" y="4029075"/>
          <p14:tracePt t="87366" x="4606925" y="3916363"/>
          <p14:tracePt t="87366" x="4468813" y="3816350"/>
          <p14:tracePt t="87366" x="4305300" y="3716338"/>
          <p14:tracePt t="87366" x="4130675" y="3603625"/>
          <p14:tracePt t="87366" x="3968750" y="3503613"/>
          <p14:tracePt t="87366" x="3767138" y="3378200"/>
          <p14:tracePt t="87366" x="3492500" y="3203575"/>
          <p14:tracePt t="87366" x="3154363" y="3003550"/>
          <p14:tracePt t="87366" x="2816225" y="2790825"/>
          <p14:tracePt t="87366" x="2339975" y="2603500"/>
          <p14:tracePt t="87366" x="1814513" y="2414588"/>
          <p14:tracePt t="87366" x="1276350" y="2252663"/>
          <p14:tracePt t="87366" x="801688" y="2089150"/>
          <p14:tracePt t="87366" x="425450" y="1989138"/>
          <p14:tracePt t="87366" x="150813" y="1889125"/>
          <p14:tracePt t="87366" x="838200" y="2014538"/>
          <p14:tracePt t="87366" x="1389063" y="2178050"/>
          <p14:tracePt t="87366" x="1965325" y="2378075"/>
          <p14:tracePt t="87366" x="2554288" y="2565400"/>
          <p14:tracePt t="87366" x="3128963" y="2740025"/>
          <p14:tracePt t="87366" x="3643313" y="2903538"/>
          <p14:tracePt t="87366" x="4143375" y="3041650"/>
          <p14:tracePt t="87366" x="4506913" y="3116263"/>
          <p14:tracePt t="87366" x="4743450" y="3165475"/>
          <p14:tracePt t="87366" x="4932363" y="3178175"/>
          <p14:tracePt t="87366" x="5045075" y="3178175"/>
          <p14:tracePt t="87366" x="5145088" y="3178175"/>
          <p14:tracePt t="87366" x="5194300" y="3178175"/>
          <p14:tracePt t="87366" x="5207000" y="3178175"/>
          <p14:tracePt t="87366" x="5232400" y="3178175"/>
          <p14:tracePt t="87366" x="5245100" y="3178175"/>
          <p14:tracePt t="87366" x="5270500" y="3178175"/>
          <p14:tracePt t="87366" x="5294313" y="3178175"/>
          <p14:tracePt t="87366" x="5307013" y="3178175"/>
          <p14:tracePt t="87366" x="5332413" y="3178175"/>
          <p14:tracePt t="87366" x="5383213" y="3178175"/>
          <p14:tracePt t="87366" x="5457825" y="3178175"/>
          <p14:tracePt t="87366" x="5557838" y="3178175"/>
          <p14:tracePt t="87366" x="5695950" y="3178175"/>
          <p14:tracePt t="87366" x="5845175" y="3165475"/>
          <p14:tracePt t="87366" x="6283325" y="3078163"/>
          <p14:tracePt t="87366" x="6434138" y="3054350"/>
          <p14:tracePt t="87366" x="6584950" y="3041650"/>
          <p14:tracePt t="87366" x="6721475" y="3016250"/>
          <p14:tracePt t="87366" x="6846888" y="2990850"/>
          <p14:tracePt t="87366" x="6934200" y="2978150"/>
          <p14:tracePt t="87366" x="6997700" y="2952750"/>
          <p14:tracePt t="87366" x="7059613" y="2941638"/>
          <p14:tracePt t="87366" x="7123113" y="2916238"/>
          <p14:tracePt t="87366" x="7197725" y="2890838"/>
          <p14:tracePt t="87366" x="7272338" y="2852738"/>
          <p14:tracePt t="87366" x="7359650" y="2816225"/>
          <p14:tracePt t="87366" x="7472363" y="2790825"/>
          <p14:tracePt t="87366" x="7585075" y="2765425"/>
          <p14:tracePt t="87366" x="7685088" y="2740025"/>
          <p14:tracePt t="87366" x="7797800" y="2728913"/>
          <p14:tracePt t="87366" x="7897813" y="2703513"/>
          <p14:tracePt t="87366" x="7986713" y="2678113"/>
          <p14:tracePt t="87366" x="8061325" y="2665413"/>
          <p14:tracePt t="87366" x="8123238" y="2652713"/>
          <p14:tracePt t="87366" x="8199438" y="2627313"/>
          <p14:tracePt t="87366" x="8248650" y="2616200"/>
          <p14:tracePt t="87366" x="8312150" y="2603500"/>
          <p14:tracePt t="87366" x="8348663" y="2590800"/>
          <p14:tracePt t="87366" x="8386763" y="2578100"/>
          <p14:tracePt t="87366" x="8399463" y="2552700"/>
          <p14:tracePt t="87366" x="8424863" y="2552700"/>
          <p14:tracePt t="87366" x="8435975" y="2527300"/>
          <p14:tracePt t="87366" x="8461375" y="2527300"/>
          <p14:tracePt t="87366" x="8474075" y="2503488"/>
          <p14:tracePt t="87366" x="8499475" y="2490788"/>
          <p14:tracePt t="87366" x="8524875" y="2478088"/>
          <p14:tracePt t="87366" x="8548688" y="2452688"/>
          <p14:tracePt t="87366" x="8599488" y="2414588"/>
          <p14:tracePt t="87366" x="8674100" y="2365375"/>
          <p14:tracePt t="87366" x="8750300" y="2303463"/>
          <p14:tracePt t="87366" x="8850313" y="2214563"/>
          <p14:tracePt t="87366" x="8924925" y="2152650"/>
          <p14:tracePt t="87366" x="8986838" y="2078038"/>
          <p14:tracePt t="87366" x="9037638" y="2014538"/>
          <p14:tracePt t="87366" x="9075738" y="1965325"/>
          <p14:tracePt t="87366" x="9099550" y="1889125"/>
          <p14:tracePt t="87366" x="9099550" y="1839913"/>
          <p14:tracePt t="87366" x="9112250" y="1765300"/>
          <p14:tracePt t="87366" x="9124950" y="1689100"/>
          <p14:tracePt t="87366" x="9124950" y="1614488"/>
          <p14:tracePt t="87366" x="9124950" y="1539875"/>
          <p14:tracePt t="87366" x="9124950" y="1489075"/>
          <p14:tracePt t="87366" x="9124950" y="1450975"/>
          <p14:tracePt t="87366" x="9124950" y="1401763"/>
          <p14:tracePt t="87366" x="9124950" y="1350963"/>
          <p14:tracePt t="87366" x="9112250" y="1289050"/>
          <p14:tracePt t="87366" x="9075738" y="1238250"/>
          <p14:tracePt t="87366" x="9024938" y="1176338"/>
          <p14:tracePt t="87366" x="8986838" y="1114425"/>
          <p14:tracePt t="87366" x="8937625" y="1050925"/>
          <p14:tracePt t="87366" x="8886825" y="1014413"/>
          <p14:tracePt t="87366" x="8850313" y="963613"/>
          <p14:tracePt t="87366" x="8812213" y="925513"/>
          <p14:tracePt t="87366" x="8786813" y="876300"/>
          <p14:tracePt t="87366" x="8763000" y="850900"/>
          <p14:tracePt t="87366" x="8750300" y="825500"/>
          <p14:tracePt t="87366" x="8737600" y="825500"/>
          <p14:tracePt t="87366" x="8737600" y="812800"/>
          <p14:tracePt t="87366" x="8724900" y="801688"/>
          <p14:tracePt t="87366" x="8724900" y="788988"/>
          <p14:tracePt t="87366" x="8712200" y="776288"/>
          <p14:tracePt t="87366" x="8712200" y="763588"/>
          <p14:tracePt t="87366" x="8712200" y="750888"/>
          <p14:tracePt t="87366" x="8712200" y="738188"/>
          <p14:tracePt t="87366" x="8712200" y="725488"/>
          <p14:tracePt t="87366" x="8699500" y="725488"/>
          <p14:tracePt t="87366" x="8699500" y="712788"/>
          <p14:tracePt t="87366" x="8699500" y="688975"/>
          <p14:tracePt t="87366" x="8699500" y="676275"/>
          <p14:tracePt t="87366" x="8686800" y="663575"/>
          <p14:tracePt t="87366" x="8674100" y="625475"/>
          <p14:tracePt t="87366" x="8674100" y="600075"/>
          <p14:tracePt t="87366" x="8674100" y="588963"/>
          <p14:tracePt t="87366" x="8674100" y="576263"/>
          <p14:tracePt t="87366" x="8661400" y="563563"/>
          <p14:tracePt t="87366" x="11128375" y="801688"/>
          <p14:tracePt t="87366" x="11141075" y="801688"/>
          <p14:tracePt t="87366" x="11164888" y="801688"/>
          <p14:tracePt t="87366" x="11215688" y="788988"/>
          <p14:tracePt t="87366" x="11315700" y="725488"/>
          <p14:tracePt t="87366" x="11453813" y="663575"/>
          <p14:tracePt t="87366" x="11591925" y="576263"/>
          <p14:tracePt t="87366" x="11753850" y="476250"/>
          <p14:tracePt t="87366" x="11928475" y="363538"/>
          <p14:tracePt t="87366" x="12091988" y="263525"/>
          <p14:tracePt t="87366" x="11741150" y="1639888"/>
          <p14:tracePt t="87366" x="11479213" y="1989138"/>
          <p14:tracePt t="87366" x="11266488" y="2327275"/>
          <p14:tracePt t="87366" x="11077575" y="2665413"/>
          <p14:tracePt t="87366" x="10939463" y="2978150"/>
          <p14:tracePt t="87366" x="10828338" y="3267075"/>
          <p14:tracePt t="87366" x="10726738" y="3579813"/>
          <p14:tracePt t="87366" x="10639425" y="3816350"/>
          <p14:tracePt t="87366" x="10577513" y="4054475"/>
          <p14:tracePt t="87366" x="10539413" y="4230688"/>
          <p14:tracePt t="87366" x="10514013" y="4379913"/>
          <p14:tracePt t="87366" x="10502900" y="4492625"/>
          <p14:tracePt t="87366" x="10502900" y="4592638"/>
          <p14:tracePt t="87366" x="10502900" y="4679950"/>
          <p14:tracePt t="87366" x="10502900" y="4756150"/>
          <p14:tracePt t="87366" x="10502900" y="4805363"/>
          <p14:tracePt t="87366" x="10502900" y="4856163"/>
          <p14:tracePt t="87366" x="10502900" y="4905375"/>
          <p14:tracePt t="87366" x="10502900" y="4943475"/>
          <p14:tracePt t="87366" x="10514013" y="4968875"/>
          <p14:tracePt t="87366" x="10514013" y="4992688"/>
          <p14:tracePt t="87366" x="10514013" y="5005388"/>
          <p14:tracePt t="87366" x="10526713" y="5030788"/>
          <p14:tracePt t="87366" x="10539413" y="5056188"/>
          <p14:tracePt t="87366" x="10552113" y="5092700"/>
          <p14:tracePt t="87366" x="10552113" y="5130800"/>
          <p14:tracePt t="87366" x="10552113" y="5168900"/>
          <p14:tracePt t="87366" x="10564813" y="5218113"/>
          <p14:tracePt t="87366" x="10564813" y="5268913"/>
          <p14:tracePt t="87366" x="10577513" y="5343525"/>
          <p14:tracePt t="87366" x="10590213" y="5430838"/>
          <p14:tracePt t="87366" x="10602913" y="5494338"/>
          <p14:tracePt t="87366" x="10614025" y="5581650"/>
          <p14:tracePt t="87366" x="10626725" y="5668963"/>
          <p14:tracePt t="87366" x="10639425" y="5756275"/>
          <p14:tracePt t="87366" x="10652125" y="5843588"/>
          <p14:tracePt t="87366" x="10677525" y="5919788"/>
          <p14:tracePt t="87366" x="10690225" y="5994400"/>
          <p14:tracePt t="87366" x="10702925" y="6081713"/>
          <p14:tracePt t="87366" x="10715625" y="6169025"/>
          <p14:tracePt t="87366" x="10739438" y="6219825"/>
          <p14:tracePt t="87366" x="10752138" y="6269038"/>
          <p14:tracePt t="87366" x="10777538" y="6332538"/>
          <p14:tracePt t="87366" x="10802938" y="6370638"/>
          <p14:tracePt t="87366" x="10828338" y="6419850"/>
          <p14:tracePt t="87366" x="10852150" y="6445250"/>
          <p14:tracePt t="87366" x="10864850" y="6470650"/>
          <p14:tracePt t="87366" x="10890250" y="6494463"/>
          <p14:tracePt t="87366" x="10902950" y="6519863"/>
          <p14:tracePt t="87366" x="10928350" y="6532563"/>
          <p14:tracePt t="87366" x="10939463" y="6545263"/>
          <p14:tracePt t="87366" x="10952163" y="6557963"/>
          <p14:tracePt t="87366" x="10964863" y="6557963"/>
          <p14:tracePt t="87366" x="10964863" y="6570663"/>
          <p14:tracePt t="87366" x="10977563" y="6570663"/>
          <p14:tracePt t="87366" x="10990263" y="6570663"/>
          <p14:tracePt t="87366" x="11002963" y="6570663"/>
          <p14:tracePt t="87366" x="11015663" y="6570663"/>
          <p14:tracePt t="87366" x="11028363" y="6570663"/>
          <p14:tracePt t="87366" x="11041063" y="6557963"/>
          <p14:tracePt t="87366" x="11052175" y="6557963"/>
          <p14:tracePt t="87366" x="11052175" y="6570663"/>
          <p14:tracePt t="87366" x="11052175" y="6594475"/>
          <p14:tracePt t="87366" x="11052175" y="6607175"/>
          <p14:tracePt t="87366" x="11052175" y="6619875"/>
          <p14:tracePt t="87366" x="11052175" y="6645275"/>
          <p14:tracePt t="87366" x="11041063" y="6683375"/>
          <p14:tracePt t="87366" x="11041063" y="6696075"/>
          <p14:tracePt t="87366" x="11028363" y="6719888"/>
          <p14:tracePt t="87366" x="11015663" y="6745288"/>
          <p14:tracePt t="87366" x="11015663" y="6783388"/>
          <p14:tracePt t="87366" x="11015663" y="6807200"/>
          <p14:tracePt t="87366" x="10990263" y="6819900"/>
          <p14:tracePt t="87366" x="10977563" y="6845300"/>
          <p14:tracePt t="87366" x="11666538" y="6157913"/>
          <p14:tracePt t="87366" x="12041188" y="5530850"/>
        </p14:tracePtLst>
      </p14:laserTraceLst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Words>500</Words>
  <Application>Microsoft Office PowerPoint</Application>
  <PresentationFormat>Widescreen</PresentationFormat>
  <Paragraphs>118</Paragraphs>
  <Slides>10</Slides>
  <Notes>10</Notes>
  <HiddenSlides>0</HiddenSlides>
  <MMClips>10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Felix OKafor</dc:creator>
  <cp:keywords/>
  <dc:description>generated using python-pptx</dc:description>
  <cp:lastModifiedBy>Felix OKafor</cp:lastModifiedBy>
  <cp:revision>15</cp:revision>
  <dcterms:created xsi:type="dcterms:W3CDTF">2013-01-27T09:14:16Z</dcterms:created>
  <dcterms:modified xsi:type="dcterms:W3CDTF">2026-09-26T16:26:14Z</dcterms:modified>
  <cp:category/>
</cp:coreProperties>
</file>